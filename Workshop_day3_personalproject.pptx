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65" r:id="rId3"/>
    <p:sldId id="266" r:id="rId4"/>
    <p:sldId id="267" r:id="rId5"/>
    <p:sldId id="2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0F2BD0-11F4-437C-B4A6-7FD0FD51654F}" v="2" dt="2026-08-28T11:51:38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anna Van Passel" userId="50a5774b-cbdc-4a72-a861-7e955e6bbd23" providerId="ADAL" clId="{08B45B0D-9E44-430D-A445-6AFBA1A1B117}"/>
    <pc:docChg chg="undo custSel addSld delSld modSld">
      <pc:chgData name="Johanna Van Passel" userId="50a5774b-cbdc-4a72-a861-7e955e6bbd23" providerId="ADAL" clId="{08B45B0D-9E44-430D-A445-6AFBA1A1B117}" dt="2026-08-28T12:01:42.599" v="919" actId="20577"/>
      <pc:docMkLst>
        <pc:docMk/>
      </pc:docMkLst>
      <pc:sldChg chg="modSp mod">
        <pc:chgData name="Johanna Van Passel" userId="50a5774b-cbdc-4a72-a861-7e955e6bbd23" providerId="ADAL" clId="{08B45B0D-9E44-430D-A445-6AFBA1A1B117}" dt="2026-08-28T11:50:35.786" v="5" actId="20577"/>
        <pc:sldMkLst>
          <pc:docMk/>
          <pc:sldMk cId="1992166719" sldId="259"/>
        </pc:sldMkLst>
        <pc:spChg chg="mod">
          <ac:chgData name="Johanna Van Passel" userId="50a5774b-cbdc-4a72-a861-7e955e6bbd23" providerId="ADAL" clId="{08B45B0D-9E44-430D-A445-6AFBA1A1B117}" dt="2026-08-28T11:50:35.786" v="5" actId="20577"/>
          <ac:spMkLst>
            <pc:docMk/>
            <pc:sldMk cId="1992166719" sldId="259"/>
            <ac:spMk id="7" creationId="{70ACEFD1-7132-0F18-189E-49E35FF3BD62}"/>
          </ac:spMkLst>
        </pc:spChg>
      </pc:sldChg>
      <pc:sldChg chg="modSp mod">
        <pc:chgData name="Johanna Van Passel" userId="50a5774b-cbdc-4a72-a861-7e955e6bbd23" providerId="ADAL" clId="{08B45B0D-9E44-430D-A445-6AFBA1A1B117}" dt="2026-08-28T12:01:42.599" v="919" actId="20577"/>
        <pc:sldMkLst>
          <pc:docMk/>
          <pc:sldMk cId="3613267971" sldId="266"/>
        </pc:sldMkLst>
        <pc:spChg chg="mod">
          <ac:chgData name="Johanna Van Passel" userId="50a5774b-cbdc-4a72-a861-7e955e6bbd23" providerId="ADAL" clId="{08B45B0D-9E44-430D-A445-6AFBA1A1B117}" dt="2026-08-28T12:01:42.599" v="919" actId="20577"/>
          <ac:spMkLst>
            <pc:docMk/>
            <pc:sldMk cId="3613267971" sldId="266"/>
            <ac:spMk id="2" creationId="{1F20894F-3EA0-EEE8-3B9B-A17A3EF450D0}"/>
          </ac:spMkLst>
        </pc:spChg>
      </pc:sldChg>
      <pc:sldChg chg="modSp mod">
        <pc:chgData name="Johanna Van Passel" userId="50a5774b-cbdc-4a72-a861-7e955e6bbd23" providerId="ADAL" clId="{08B45B0D-9E44-430D-A445-6AFBA1A1B117}" dt="2026-08-28T11:53:05.391" v="175" actId="5793"/>
        <pc:sldMkLst>
          <pc:docMk/>
          <pc:sldMk cId="1802944224" sldId="267"/>
        </pc:sldMkLst>
        <pc:spChg chg="mod">
          <ac:chgData name="Johanna Van Passel" userId="50a5774b-cbdc-4a72-a861-7e955e6bbd23" providerId="ADAL" clId="{08B45B0D-9E44-430D-A445-6AFBA1A1B117}" dt="2026-08-28T11:53:05.391" v="175" actId="5793"/>
          <ac:spMkLst>
            <pc:docMk/>
            <pc:sldMk cId="1802944224" sldId="267"/>
            <ac:spMk id="2" creationId="{101C4FED-1DAD-B113-C78B-1C6422F3AF14}"/>
          </ac:spMkLst>
        </pc:spChg>
      </pc:sldChg>
      <pc:sldChg chg="del">
        <pc:chgData name="Johanna Van Passel" userId="50a5774b-cbdc-4a72-a861-7e955e6bbd23" providerId="ADAL" clId="{08B45B0D-9E44-430D-A445-6AFBA1A1B117}" dt="2026-08-28T12:01:25.672" v="913" actId="47"/>
        <pc:sldMkLst>
          <pc:docMk/>
          <pc:sldMk cId="3199924186" sldId="271"/>
        </pc:sldMkLst>
      </pc:sldChg>
      <pc:sldChg chg="del">
        <pc:chgData name="Johanna Van Passel" userId="50a5774b-cbdc-4a72-a861-7e955e6bbd23" providerId="ADAL" clId="{08B45B0D-9E44-430D-A445-6AFBA1A1B117}" dt="2026-08-28T12:01:25.672" v="913" actId="47"/>
        <pc:sldMkLst>
          <pc:docMk/>
          <pc:sldMk cId="3677802751" sldId="272"/>
        </pc:sldMkLst>
      </pc:sldChg>
      <pc:sldChg chg="del">
        <pc:chgData name="Johanna Van Passel" userId="50a5774b-cbdc-4a72-a861-7e955e6bbd23" providerId="ADAL" clId="{08B45B0D-9E44-430D-A445-6AFBA1A1B117}" dt="2026-08-28T12:01:25.672" v="913" actId="47"/>
        <pc:sldMkLst>
          <pc:docMk/>
          <pc:sldMk cId="2955929448" sldId="273"/>
        </pc:sldMkLst>
      </pc:sldChg>
      <pc:sldChg chg="modSp new mod">
        <pc:chgData name="Johanna Van Passel" userId="50a5774b-cbdc-4a72-a861-7e955e6bbd23" providerId="ADAL" clId="{08B45B0D-9E44-430D-A445-6AFBA1A1B117}" dt="2026-08-28T12:01:12.148" v="912" actId="20577"/>
        <pc:sldMkLst>
          <pc:docMk/>
          <pc:sldMk cId="1827732542" sldId="274"/>
        </pc:sldMkLst>
        <pc:spChg chg="mod">
          <ac:chgData name="Johanna Van Passel" userId="50a5774b-cbdc-4a72-a861-7e955e6bbd23" providerId="ADAL" clId="{08B45B0D-9E44-430D-A445-6AFBA1A1B117}" dt="2026-08-28T12:01:12.148" v="912" actId="20577"/>
          <ac:spMkLst>
            <pc:docMk/>
            <pc:sldMk cId="1827732542" sldId="274"/>
            <ac:spMk id="2" creationId="{46F2EAF0-2B04-9565-C3B9-F825C4D907D6}"/>
          </ac:spMkLst>
        </pc:spChg>
        <pc:spChg chg="mod">
          <ac:chgData name="Johanna Van Passel" userId="50a5774b-cbdc-4a72-a861-7e955e6bbd23" providerId="ADAL" clId="{08B45B0D-9E44-430D-A445-6AFBA1A1B117}" dt="2026-08-28T11:53:17.195" v="191" actId="20577"/>
          <ac:spMkLst>
            <pc:docMk/>
            <pc:sldMk cId="1827732542" sldId="274"/>
            <ac:spMk id="3" creationId="{B4B52963-FADE-550D-A2B8-515138E28B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758C9-CCFB-46E1-8C4E-9D99A7CAE13A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0693A-F61A-4925-A81F-F34FDE87E9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785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1602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4CBE1-D2D5-4D39-A63F-5C64753F6A4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33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8225-E30E-A081-061F-ED0A5913B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904FC-11B3-4D43-D881-6578A4F8F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88402-8C96-0B28-E180-C615BC77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84529-9A2D-2D4B-CF82-E410DB6B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E4EF2-716C-56A9-DAD1-FCEB681B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80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7C362-D1F2-DF88-1410-18B61669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B41F-41F7-69D2-3A12-73356B22D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CCD5C-E77C-1B74-2593-7F8708CB6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6BB74-A4AB-3C7A-26B6-C2D66E97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5EA7-61EF-4018-F439-9A1E6AC00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196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EDA1-FC74-4F16-E195-5A003C93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5066D-F790-580C-B2BB-90267931C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F3428-1CD6-D8A8-0419-E9303784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4BEE8-FA2F-9772-7935-B8CC685B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A671C-6477-8D3E-8D3B-7810853C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8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E2B4-FE61-450F-5545-FF025670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C2CA-DA2B-B559-F0A6-469C21AE6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D205F-185F-E4DB-1E9F-C24CE02D4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28663-BF13-3E07-8071-431BD03D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87E73-128D-3707-D61A-DDE6CF80D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14868-C4ED-2ACD-1426-A68752B47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58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6AF4-CBA1-6BB4-B10C-AD4B6FA4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7F717-8510-2D35-CD82-07F3E08E7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0B7CE-D630-DEA0-A0F0-C4FF39936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3284D-EFF4-7DE9-CBCB-A78C322A7F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FE5444-01E9-BBA8-07A0-019636548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DB977-8EDD-F454-D67C-5A67D5ADF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3C7046-1E26-E86B-E3B9-353E30699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8B5E2-ED79-53E6-8F36-45B02DEC4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066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8E77C-E487-0897-6C38-9B2507CC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48DA24-2111-04A5-98C2-520B9E981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73701-47E9-9646-1341-D2E42AD4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E3C7D-02AB-ED5E-3C58-23593B5B8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22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2BDE3-B55D-BB23-5D45-27A9D88C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6F036-FFAE-DBC6-0F6D-4E3DAE8D2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610A6-8D70-A521-1AE7-771AB81A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93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E0BBF-B391-890D-D661-5E1B7C454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2E8CB-C579-DB33-ECB3-FF9705CF0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972AF-5D4B-B527-9A44-2C9E0C3BF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EF8EA-527E-16BB-FDCB-839F0D0E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D9F4E-BC85-EE6F-CC5D-35890919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EE3C8-0517-FAB3-1827-47036FB1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90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E857-086D-2C2E-6576-30415435B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48FDD-4F96-1938-F3A0-5F9C6F1F9F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CE7AD-EDE7-544E-5237-323E73163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CD223-05EA-BBBB-0EDB-94F50DF62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D8D08-D910-A4C7-E385-9C594ACB7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6DC01-564D-EE69-1035-0292B5EC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203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3AFC-B9F2-E0B4-196D-38B25AB4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E9890-9BED-5E0B-54C2-79B45ED33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F74F3-18C3-6BA9-117E-BB407717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49100-FD7A-CF12-E3B0-EB631D5D3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C45AB-FA0C-1BB0-291D-C72E484D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72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A10AB5-3B9C-1A77-2035-3048F56BE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3A20EF-4DB4-8209-FF65-87684C4EC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51E73-9607-B0BE-47D4-34DA33DF8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B5D3D-94C4-7BA3-FB7A-4CDA4A396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4627E-0EB1-0BE6-6084-1A8F54D4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538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42101-80DD-F103-1D38-A0E2071DA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10515600" cy="43513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93618-99B9-E6F2-829A-E7C967428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8991" y="6356350"/>
            <a:ext cx="7184409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Accessing and using spatiotemporal data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7E47A-1503-70BD-84DE-68C3F2D6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‹#›</a:t>
            </a:fld>
            <a:endParaRPr lang="en-B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9F526E-E4EE-E2C7-2072-9CC7621273C6}"/>
              </a:ext>
            </a:extLst>
          </p:cNvPr>
          <p:cNvCxnSpPr>
            <a:cxnSpLocks/>
          </p:cNvCxnSpPr>
          <p:nvPr userDrawn="1"/>
        </p:nvCxnSpPr>
        <p:spPr>
          <a:xfrm>
            <a:off x="0" y="1103086"/>
            <a:ext cx="5181600" cy="0"/>
          </a:xfrm>
          <a:prstGeom prst="line">
            <a:avLst/>
          </a:prstGeom>
          <a:ln w="38100">
            <a:solidFill>
              <a:srgbClr val="03CD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4">
            <a:extLst>
              <a:ext uri="{FF2B5EF4-FFF2-40B4-BE49-F238E27FC236}">
                <a16:creationId xmlns:a16="http://schemas.microsoft.com/office/drawing/2014/main" id="{B57E9A16-DEB8-E94C-4868-2E421FB40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23" y="1"/>
            <a:ext cx="10515600" cy="1103086"/>
          </a:xfrm>
        </p:spPr>
        <p:txBody>
          <a:bodyPr/>
          <a:lstStyle>
            <a:lvl1pPr>
              <a:defRPr>
                <a:solidFill>
                  <a:srgbClr val="03CDAB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pic>
        <p:nvPicPr>
          <p:cNvPr id="16" name="Picture 15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1EEFE0FE-0D8C-8114-D141-7B774B4D89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5185" y="5865561"/>
            <a:ext cx="1257427" cy="100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48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3210E-5B32-1E2B-C77A-FDFE7D84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A22DF-6D95-96F0-C350-37F1E4BFA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CC7B9-D41E-09A9-D95C-69195A9DD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89288-4D54-4860-BC8F-A0F3EBC2A09E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B40A8-B0CF-7E60-1074-4BC73DF1E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CABFA-43EC-5D4A-18F6-0879BDED9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8F2C7-2BB9-4E20-873B-4BD01FB40D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51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ue and yellow shapes&#10;&#10;Description automatically generated">
            <a:extLst>
              <a:ext uri="{FF2B5EF4-FFF2-40B4-BE49-F238E27FC236}">
                <a16:creationId xmlns:a16="http://schemas.microsoft.com/office/drawing/2014/main" id="{D93F1846-A82D-1EEC-FEEF-BBBA6AC7E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221" y="-24064"/>
            <a:ext cx="12396544" cy="69715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ACEFD1-7132-0F18-189E-49E35FF3BD62}"/>
              </a:ext>
            </a:extLst>
          </p:cNvPr>
          <p:cNvSpPr txBox="1"/>
          <p:nvPr/>
        </p:nvSpPr>
        <p:spPr>
          <a:xfrm>
            <a:off x="653296" y="1754141"/>
            <a:ext cx="87417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Accessing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using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spatiotemporal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data: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climate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and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satellite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nl-BE" sz="36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products</a:t>
            </a:r>
            <a:r>
              <a:rPr lang="nl-BE" sz="36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GB" sz="2800" dirty="0"/>
              <a:t>Personal project on region of choice</a:t>
            </a:r>
            <a:endParaRPr lang="en-BE" sz="2800" dirty="0">
              <a:latin typeface="Gill Sans MT" panose="020B0502020104020203" pitchFamily="34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65B59-3028-3AEA-ECA9-A97AB07A5021}"/>
              </a:ext>
            </a:extLst>
          </p:cNvPr>
          <p:cNvSpPr txBox="1"/>
          <p:nvPr/>
        </p:nvSpPr>
        <p:spPr>
          <a:xfrm>
            <a:off x="2512003" y="4450829"/>
            <a:ext cx="5688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Johanna Van Passel - </a:t>
            </a:r>
            <a:r>
              <a:rPr lang="nl-BE" sz="2400" dirty="0" err="1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Ghent</a:t>
            </a:r>
            <a:r>
              <a:rPr lang="nl-BE" sz="24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 University</a:t>
            </a:r>
          </a:p>
          <a:p>
            <a:r>
              <a:rPr lang="nl-BE" sz="2400" dirty="0">
                <a:latin typeface="Gill Sans MT" panose="020B0502020104020203" pitchFamily="34" charset="77"/>
                <a:ea typeface="Tahoma" panose="020B0604030504040204" pitchFamily="34" charset="0"/>
                <a:cs typeface="Tahoma" panose="020B0604030504040204" pitchFamily="34" charset="0"/>
              </a:rPr>
              <a:t>Johanna.vanpassel@ugent.be</a:t>
            </a:r>
            <a:endParaRPr lang="en-BE" sz="2400" dirty="0">
              <a:latin typeface="Gill Sans MT" panose="020B0502020104020203" pitchFamily="34" charset="77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Picture 1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281DFF7-3693-864B-A67C-96179575E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54" y="5461488"/>
            <a:ext cx="1853097" cy="1485974"/>
          </a:xfrm>
          <a:prstGeom prst="rect">
            <a:avLst/>
          </a:prstGeom>
        </p:spPr>
      </p:pic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023CF7B-A099-CB69-A010-ECE854BCC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07" y="535718"/>
            <a:ext cx="3495934" cy="4565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E60592-FF58-09B1-3623-65F1D8FFC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96" y="3937053"/>
            <a:ext cx="1620000" cy="1620000"/>
          </a:xfrm>
          <a:prstGeom prst="ellipse">
            <a:avLst/>
          </a:prstGeom>
          <a:ln w="76200">
            <a:solidFill>
              <a:srgbClr val="FFD700"/>
            </a:solidFill>
          </a:ln>
        </p:spPr>
      </p:pic>
    </p:spTree>
    <p:extLst>
      <p:ext uri="{BB962C8B-B14F-4D97-AF65-F5344CB8AC3E}">
        <p14:creationId xmlns:p14="http://schemas.microsoft.com/office/powerpoint/2010/main" val="1992166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26EF4F-17C8-B6D0-DD9C-CF4A1EF40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29" y="1253331"/>
            <a:ext cx="10515600" cy="4783675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26/08 – 09:00-12:00 – Class 1 – Theoretical introduction to spatial data and useful programs.</a:t>
            </a:r>
          </a:p>
          <a:p>
            <a:r>
              <a:rPr lang="en-GB" dirty="0"/>
              <a:t>26/08 – 14:00-18:00 – Class 2 – Practical: extracting climate data from Google Earth Engine, visualization and statistics of climate data in R.</a:t>
            </a:r>
          </a:p>
          <a:p>
            <a:r>
              <a:rPr lang="en-GB" dirty="0"/>
              <a:t>27/08 – 14:00-18:00 – Class 3 – Theoretical introduction to the electromagnetic spectrum, optical satellite images, land cover classification.</a:t>
            </a:r>
          </a:p>
          <a:p>
            <a:r>
              <a:rPr lang="en-GB" dirty="0"/>
              <a:t>27/08 – 13:00-17:00 – Class 4 – Practical: extracting satellite data from Google Earth Engine and comparison of satellite with climate data in R.</a:t>
            </a:r>
          </a:p>
          <a:p>
            <a:r>
              <a:rPr lang="en-GB" b="1" dirty="0"/>
              <a:t>28/08 – 09:00-12:00 – Class 5 – Personal project on region of choice.</a:t>
            </a:r>
          </a:p>
          <a:p>
            <a:r>
              <a:rPr lang="en-GB" b="1" dirty="0"/>
              <a:t>28/08 – 14:00-18:00 – Class 6 – Finalizing personal project, followed by presentation session.</a:t>
            </a:r>
          </a:p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A74AC-313A-707E-BF16-02636601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Accessing and using spatiotemporal data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886E9-DCA0-8358-C057-287A57A6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070A0-3994-FF42-A8A7-1B27A662DB2A}" type="slidenum">
              <a:rPr lang="en-BE" smtClean="0"/>
              <a:t>2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59A406-7ABD-215E-15E2-300895B3E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workshop</a:t>
            </a:r>
          </a:p>
        </p:txBody>
      </p:sp>
    </p:spTree>
    <p:extLst>
      <p:ext uri="{BB962C8B-B14F-4D97-AF65-F5344CB8AC3E}">
        <p14:creationId xmlns:p14="http://schemas.microsoft.com/office/powerpoint/2010/main" val="1961052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20894F-3EA0-EEE8-3B9B-A17A3EF45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Preferably on a region/ecosystem that is relevant to your research</a:t>
            </a:r>
          </a:p>
          <a:p>
            <a:pPr lvl="1"/>
            <a:r>
              <a:rPr lang="en-GB" dirty="0"/>
              <a:t>Can be comparison over space (between ecosystems) or over time (within ecosystem)</a:t>
            </a:r>
          </a:p>
          <a:p>
            <a:pPr lvl="1"/>
            <a:r>
              <a:rPr lang="en-GB" dirty="0"/>
              <a:t>Extract mean signal for multiple polygons or points within ecosystems</a:t>
            </a:r>
          </a:p>
          <a:p>
            <a:pPr lvl="1"/>
            <a:r>
              <a:rPr lang="en-GB" dirty="0"/>
              <a:t>Possibility to first mask land cover types that you’re not interested in</a:t>
            </a:r>
          </a:p>
          <a:p>
            <a:r>
              <a:rPr lang="en-GB" dirty="0"/>
              <a:t>Extract relevant climate variables and/or vegetation indices</a:t>
            </a:r>
          </a:p>
          <a:p>
            <a:r>
              <a:rPr lang="en-GB" dirty="0"/>
              <a:t>Visualize relevant variables</a:t>
            </a:r>
          </a:p>
          <a:p>
            <a:r>
              <a:rPr lang="en-GB" dirty="0"/>
              <a:t>If relevant: quantify relationship of (lagged) climate with vegetation</a:t>
            </a:r>
          </a:p>
          <a:p>
            <a:r>
              <a:rPr lang="en-GB"/>
              <a:t>3 PM: Present </a:t>
            </a:r>
            <a:r>
              <a:rPr lang="en-GB" dirty="0"/>
              <a:t>results to your peers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FB4819-9E7F-7CA6-81E8-2228EB6A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Personal project</a:t>
            </a:r>
          </a:p>
        </p:txBody>
      </p:sp>
    </p:spTree>
    <p:extLst>
      <p:ext uri="{BB962C8B-B14F-4D97-AF65-F5344CB8AC3E}">
        <p14:creationId xmlns:p14="http://schemas.microsoft.com/office/powerpoint/2010/main" val="361326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1C4FED-1DAD-B113-C78B-1C6422F3A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Can be in English or Portuguese</a:t>
            </a:r>
          </a:p>
          <a:p>
            <a:r>
              <a:rPr lang="en-GB" dirty="0"/>
              <a:t>Presentation of 4-5 slides </a:t>
            </a:r>
            <a:r>
              <a:rPr lang="en-GB" dirty="0">
                <a:sym typeface="Wingdings" panose="05000000000000000000" pitchFamily="2" charset="2"/>
              </a:rPr>
              <a:t> 5 minutes + 3 minutes discussion</a:t>
            </a:r>
            <a:endParaRPr lang="en-GB" dirty="0"/>
          </a:p>
          <a:p>
            <a:r>
              <a:rPr lang="en-GB" dirty="0"/>
              <a:t>Content:</a:t>
            </a:r>
          </a:p>
          <a:p>
            <a:pPr lvl="1"/>
            <a:r>
              <a:rPr lang="en-GB" dirty="0"/>
              <a:t>Introduction of study region and research question</a:t>
            </a:r>
          </a:p>
          <a:p>
            <a:pPr lvl="1"/>
            <a:r>
              <a:rPr lang="en-GB" dirty="0"/>
              <a:t>Methods: </a:t>
            </a:r>
          </a:p>
          <a:p>
            <a:pPr lvl="2"/>
            <a:r>
              <a:rPr lang="en-GB" dirty="0"/>
              <a:t>Choice of climate variable and/or vegetation index </a:t>
            </a:r>
          </a:p>
          <a:p>
            <a:pPr lvl="2"/>
            <a:r>
              <a:rPr lang="en-GB" dirty="0"/>
              <a:t>Hypothesis of expected results/relationships</a:t>
            </a:r>
          </a:p>
          <a:p>
            <a:pPr lvl="1"/>
            <a:r>
              <a:rPr lang="en-GB" dirty="0"/>
              <a:t>Results</a:t>
            </a:r>
          </a:p>
          <a:p>
            <a:pPr lvl="1"/>
            <a:r>
              <a:rPr lang="en-GB" dirty="0"/>
              <a:t>Discussion:</a:t>
            </a:r>
          </a:p>
          <a:p>
            <a:pPr lvl="2"/>
            <a:r>
              <a:rPr lang="en-GB" dirty="0"/>
              <a:t>Hypothesis confirmed or not, limitations, outlook, …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9D82B3-153B-35D0-9D3D-1E8FD2FE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180294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F2EAF0-2B04-9565-C3B9-F825C4D90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do different ecosystems vary in their vegetation content? </a:t>
            </a:r>
          </a:p>
          <a:p>
            <a:pPr lvl="1"/>
            <a:r>
              <a:rPr lang="en-GB" dirty="0"/>
              <a:t>Comparison between ecosystems (forest – Cerrado – caatinga)</a:t>
            </a:r>
          </a:p>
          <a:p>
            <a:pPr lvl="1"/>
            <a:r>
              <a:rPr lang="en-GB" dirty="0"/>
              <a:t>Time series of biomass (NDVI) and vegetation water content (NDWI)</a:t>
            </a:r>
          </a:p>
          <a:p>
            <a:r>
              <a:rPr lang="en-GB" dirty="0"/>
              <a:t>Is precipitation driving vegetation dynamics in study region?</a:t>
            </a:r>
          </a:p>
          <a:p>
            <a:pPr lvl="1"/>
            <a:r>
              <a:rPr lang="en-GB" dirty="0"/>
              <a:t>Relationship between precipitation and NDVI</a:t>
            </a:r>
          </a:p>
          <a:p>
            <a:pPr lvl="1"/>
            <a:r>
              <a:rPr lang="en-GB" dirty="0"/>
              <a:t>Can be spatial (mean </a:t>
            </a:r>
            <a:r>
              <a:rPr lang="en-GB" dirty="0" err="1"/>
              <a:t>rasterlayers</a:t>
            </a:r>
            <a:r>
              <a:rPr lang="en-GB" dirty="0"/>
              <a:t>) or temporal (time series) correlation</a:t>
            </a:r>
          </a:p>
          <a:p>
            <a:r>
              <a:rPr lang="en-GB" dirty="0"/>
              <a:t>Are heatwaves becoming more common in my study region?</a:t>
            </a:r>
          </a:p>
          <a:p>
            <a:pPr lvl="1"/>
            <a:r>
              <a:rPr lang="en-GB" dirty="0"/>
              <a:t>Choose definition of heatwave </a:t>
            </a:r>
          </a:p>
          <a:p>
            <a:pPr lvl="1"/>
            <a:r>
              <a:rPr lang="en-GB" dirty="0"/>
              <a:t>Time series of temperature + calculate heatwave events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B52963-FADE-550D-A2B8-515138E28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Suggestions</a:t>
            </a:r>
          </a:p>
        </p:txBody>
      </p:sp>
    </p:spTree>
    <p:extLst>
      <p:ext uri="{BB962C8B-B14F-4D97-AF65-F5344CB8AC3E}">
        <p14:creationId xmlns:p14="http://schemas.microsoft.com/office/powerpoint/2010/main" val="1827732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384</Words>
  <Application>Microsoft Office PowerPoint</Application>
  <PresentationFormat>Widescreen</PresentationFormat>
  <Paragraphs>44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Gill Sans MT</vt:lpstr>
      <vt:lpstr>Wingdings</vt:lpstr>
      <vt:lpstr>Office Theme</vt:lpstr>
      <vt:lpstr>PowerPoint Presentation</vt:lpstr>
      <vt:lpstr>This workshop</vt:lpstr>
      <vt:lpstr>Personal project</vt:lpstr>
      <vt:lpstr>Presentation</vt:lpstr>
      <vt:lpstr>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Johanna Van Passel</dc:creator>
  <cp:lastModifiedBy>Johanna Van Passel</cp:lastModifiedBy>
  <cp:revision>2</cp:revision>
  <dcterms:created xsi:type="dcterms:W3CDTF">2026-08-07T13:20:39Z</dcterms:created>
  <dcterms:modified xsi:type="dcterms:W3CDTF">2026-08-28T12:01:44Z</dcterms:modified>
</cp:coreProperties>
</file>