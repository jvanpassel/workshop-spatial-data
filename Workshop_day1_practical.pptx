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60" r:id="rId3"/>
    <p:sldId id="261" r:id="rId4"/>
    <p:sldId id="264" r:id="rId5"/>
    <p:sldId id="262" r:id="rId6"/>
    <p:sldId id="266" r:id="rId7"/>
    <p:sldId id="263" r:id="rId8"/>
    <p:sldId id="267" r:id="rId9"/>
    <p:sldId id="268" r:id="rId10"/>
    <p:sldId id="269" r:id="rId11"/>
    <p:sldId id="265" r:id="rId12"/>
    <p:sldId id="270" r:id="rId13"/>
    <p:sldId id="271" r:id="rId14"/>
    <p:sldId id="274" r:id="rId15"/>
    <p:sldId id="272" r:id="rId16"/>
    <p:sldId id="273" r:id="rId17"/>
    <p:sldId id="275" r:id="rId18"/>
    <p:sldId id="276" r:id="rId19"/>
    <p:sldId id="278" r:id="rId20"/>
    <p:sldId id="279" r:id="rId21"/>
    <p:sldId id="280" r:id="rId22"/>
    <p:sldId id="281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C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189" autoAdjust="0"/>
  </p:normalViewPr>
  <p:slideViewPr>
    <p:cSldViewPr snapToGrid="0">
      <p:cViewPr varScale="1">
        <p:scale>
          <a:sx n="90" d="100"/>
          <a:sy n="90" d="100"/>
        </p:scale>
        <p:origin x="1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a Van Passel" userId="50a5774b-cbdc-4a72-a861-7e955e6bbd23" providerId="ADAL" clId="{08B45B0D-9E44-430D-A445-6AFBA1A1B117}"/>
    <pc:docChg chg="undo custSel addSld delSld modSld sldOrd">
      <pc:chgData name="Johanna Van Passel" userId="50a5774b-cbdc-4a72-a861-7e955e6bbd23" providerId="ADAL" clId="{08B45B0D-9E44-430D-A445-6AFBA1A1B117}" dt="2026-08-26T16:28:19.282" v="6719" actId="6549"/>
      <pc:docMkLst>
        <pc:docMk/>
      </pc:docMkLst>
      <pc:sldChg chg="addSp delSp modSp new mod modNotesTx">
        <pc:chgData name="Johanna Van Passel" userId="50a5774b-cbdc-4a72-a861-7e955e6bbd23" providerId="ADAL" clId="{08B45B0D-9E44-430D-A445-6AFBA1A1B117}" dt="2026-08-03T11:33:06.419" v="2521" actId="20577"/>
        <pc:sldMkLst>
          <pc:docMk/>
          <pc:sldMk cId="4137914417" sldId="260"/>
        </pc:sldMkLst>
      </pc:sldChg>
      <pc:sldChg chg="ord">
        <pc:chgData name="Johanna Van Passel" userId="50a5774b-cbdc-4a72-a861-7e955e6bbd23" providerId="ADAL" clId="{08B45B0D-9E44-430D-A445-6AFBA1A1B117}" dt="2026-08-03T11:35:00.109" v="2523"/>
        <pc:sldMkLst>
          <pc:docMk/>
          <pc:sldMk cId="142228323" sldId="264"/>
        </pc:sldMkLst>
      </pc:sldChg>
      <pc:sldChg chg="ord">
        <pc:chgData name="Johanna Van Passel" userId="50a5774b-cbdc-4a72-a861-7e955e6bbd23" providerId="ADAL" clId="{08B45B0D-9E44-430D-A445-6AFBA1A1B117}" dt="2026-08-25T14:23:00.914" v="6704"/>
        <pc:sldMkLst>
          <pc:docMk/>
          <pc:sldMk cId="2794327938" sldId="265"/>
        </pc:sldMkLst>
      </pc:sldChg>
      <pc:sldChg chg="addSp delSp modSp mod">
        <pc:chgData name="Johanna Van Passel" userId="50a5774b-cbdc-4a72-a861-7e955e6bbd23" providerId="ADAL" clId="{08B45B0D-9E44-430D-A445-6AFBA1A1B117}" dt="2026-08-03T20:34:20.637" v="4367" actId="14100"/>
        <pc:sldMkLst>
          <pc:docMk/>
          <pc:sldMk cId="3267555323" sldId="266"/>
        </pc:sldMkLst>
        <pc:spChg chg="mod">
          <ac:chgData name="Johanna Van Passel" userId="50a5774b-cbdc-4a72-a861-7e955e6bbd23" providerId="ADAL" clId="{08B45B0D-9E44-430D-A445-6AFBA1A1B117}" dt="2026-08-03T11:50:44.792" v="2548" actId="14100"/>
          <ac:spMkLst>
            <pc:docMk/>
            <pc:sldMk cId="3267555323" sldId="266"/>
            <ac:spMk id="2" creationId="{D8880D54-9C59-2A52-8A1E-6807BA09323A}"/>
          </ac:spMkLst>
        </pc:spChg>
        <pc:spChg chg="add mod">
          <ac:chgData name="Johanna Van Passel" userId="50a5774b-cbdc-4a72-a861-7e955e6bbd23" providerId="ADAL" clId="{08B45B0D-9E44-430D-A445-6AFBA1A1B117}" dt="2026-08-03T11:38:05.787" v="2547" actId="1035"/>
          <ac:spMkLst>
            <pc:docMk/>
            <pc:sldMk cId="3267555323" sldId="266"/>
            <ac:spMk id="6" creationId="{577E247C-84CA-AB67-7128-F74B0E13A1B1}"/>
          </ac:spMkLst>
        </pc:spChg>
        <pc:picChg chg="mod">
          <ac:chgData name="Johanna Van Passel" userId="50a5774b-cbdc-4a72-a861-7e955e6bbd23" providerId="ADAL" clId="{08B45B0D-9E44-430D-A445-6AFBA1A1B117}" dt="2026-08-03T20:34:20.637" v="4367" actId="14100"/>
          <ac:picMkLst>
            <pc:docMk/>
            <pc:sldMk cId="3267555323" sldId="266"/>
            <ac:picMk id="12" creationId="{7534DE29-FAE7-5611-F6AD-030A4AE5A0CE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3T13:38:35.613" v="2881" actId="1076"/>
        <pc:sldMkLst>
          <pc:docMk/>
          <pc:sldMk cId="3179248489" sldId="267"/>
        </pc:sldMkLst>
        <pc:spChg chg="mod">
          <ac:chgData name="Johanna Van Passel" userId="50a5774b-cbdc-4a72-a861-7e955e6bbd23" providerId="ADAL" clId="{08B45B0D-9E44-430D-A445-6AFBA1A1B117}" dt="2026-08-03T13:21:51.252" v="2688" actId="20577"/>
          <ac:spMkLst>
            <pc:docMk/>
            <pc:sldMk cId="3179248489" sldId="267"/>
            <ac:spMk id="2" creationId="{7A56E2CA-7046-9DED-F8AC-9A9446BE3F9B}"/>
          </ac:spMkLst>
        </pc:spChg>
        <pc:spChg chg="mod">
          <ac:chgData name="Johanna Van Passel" userId="50a5774b-cbdc-4a72-a861-7e955e6bbd23" providerId="ADAL" clId="{08B45B0D-9E44-430D-A445-6AFBA1A1B117}" dt="2026-08-03T13:19:53.599" v="2593" actId="20577"/>
          <ac:spMkLst>
            <pc:docMk/>
            <pc:sldMk cId="3179248489" sldId="267"/>
            <ac:spMk id="3" creationId="{479F9DA7-0FAC-3E7C-8CF1-8FCAC8B80D74}"/>
          </ac:spMkLst>
        </pc:spChg>
        <pc:picChg chg="add mod">
          <ac:chgData name="Johanna Van Passel" userId="50a5774b-cbdc-4a72-a861-7e955e6bbd23" providerId="ADAL" clId="{08B45B0D-9E44-430D-A445-6AFBA1A1B117}" dt="2026-08-03T13:21:57.548" v="2690" actId="1076"/>
          <ac:picMkLst>
            <pc:docMk/>
            <pc:sldMk cId="3179248489" sldId="267"/>
            <ac:picMk id="5" creationId="{85034E9F-CD58-E943-222C-091762084E00}"/>
          </ac:picMkLst>
        </pc:picChg>
        <pc:picChg chg="add mod">
          <ac:chgData name="Johanna Van Passel" userId="50a5774b-cbdc-4a72-a861-7e955e6bbd23" providerId="ADAL" clId="{08B45B0D-9E44-430D-A445-6AFBA1A1B117}" dt="2026-08-03T13:21:58.768" v="2691" actId="1076"/>
          <ac:picMkLst>
            <pc:docMk/>
            <pc:sldMk cId="3179248489" sldId="267"/>
            <ac:picMk id="7" creationId="{4A8BED36-3F8D-E1A7-5D8B-A2E69B7FA7FD}"/>
          </ac:picMkLst>
        </pc:picChg>
        <pc:picChg chg="add mod">
          <ac:chgData name="Johanna Van Passel" userId="50a5774b-cbdc-4a72-a861-7e955e6bbd23" providerId="ADAL" clId="{08B45B0D-9E44-430D-A445-6AFBA1A1B117}" dt="2026-08-03T13:25:40.131" v="2710" actId="1076"/>
          <ac:picMkLst>
            <pc:docMk/>
            <pc:sldMk cId="3179248489" sldId="267"/>
            <ac:picMk id="11" creationId="{405824D6-57E5-2417-42FF-D214BC32CB1B}"/>
          </ac:picMkLst>
        </pc:picChg>
        <pc:picChg chg="add mod">
          <ac:chgData name="Johanna Van Passel" userId="50a5774b-cbdc-4a72-a861-7e955e6bbd23" providerId="ADAL" clId="{08B45B0D-9E44-430D-A445-6AFBA1A1B117}" dt="2026-08-03T13:38:35.613" v="2881" actId="1076"/>
          <ac:picMkLst>
            <pc:docMk/>
            <pc:sldMk cId="3179248489" sldId="267"/>
            <ac:picMk id="13" creationId="{0E6593A6-EEA0-0C77-E8E5-9FCCF7EE1F1F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26T16:26:50.189" v="6713" actId="1076"/>
        <pc:sldMkLst>
          <pc:docMk/>
          <pc:sldMk cId="343049233" sldId="268"/>
        </pc:sldMkLst>
        <pc:spChg chg="mod">
          <ac:chgData name="Johanna Van Passel" userId="50a5774b-cbdc-4a72-a861-7e955e6bbd23" providerId="ADAL" clId="{08B45B0D-9E44-430D-A445-6AFBA1A1B117}" dt="2026-08-03T13:25:59.557" v="2763" actId="313"/>
          <ac:spMkLst>
            <pc:docMk/>
            <pc:sldMk cId="343049233" sldId="268"/>
            <ac:spMk id="2" creationId="{CB5BB599-301E-BC53-297E-B0C24D30F974}"/>
          </ac:spMkLst>
        </pc:spChg>
        <pc:spChg chg="mod">
          <ac:chgData name="Johanna Van Passel" userId="50a5774b-cbdc-4a72-a861-7e955e6bbd23" providerId="ADAL" clId="{08B45B0D-9E44-430D-A445-6AFBA1A1B117}" dt="2026-08-03T13:23:40.297" v="2695"/>
          <ac:spMkLst>
            <pc:docMk/>
            <pc:sldMk cId="343049233" sldId="268"/>
            <ac:spMk id="3" creationId="{54528D40-7691-7BBD-41C3-C59099094270}"/>
          </ac:spMkLst>
        </pc:spChg>
        <pc:spChg chg="add mod">
          <ac:chgData name="Johanna Van Passel" userId="50a5774b-cbdc-4a72-a861-7e955e6bbd23" providerId="ADAL" clId="{08B45B0D-9E44-430D-A445-6AFBA1A1B117}" dt="2026-08-26T16:26:50.189" v="6713" actId="1076"/>
          <ac:spMkLst>
            <pc:docMk/>
            <pc:sldMk cId="343049233" sldId="268"/>
            <ac:spMk id="8" creationId="{D5A66216-FE19-1699-1B9A-05A88D641195}"/>
          </ac:spMkLst>
        </pc:spChg>
        <pc:picChg chg="add mod">
          <ac:chgData name="Johanna Van Passel" userId="50a5774b-cbdc-4a72-a861-7e955e6bbd23" providerId="ADAL" clId="{08B45B0D-9E44-430D-A445-6AFBA1A1B117}" dt="2026-08-03T13:29:39.713" v="2773" actId="1076"/>
          <ac:picMkLst>
            <pc:docMk/>
            <pc:sldMk cId="343049233" sldId="268"/>
            <ac:picMk id="5" creationId="{23D7D9B0-7A6D-7BCF-9563-A5B8D8CC004A}"/>
          </ac:picMkLst>
        </pc:picChg>
        <pc:picChg chg="add mod">
          <ac:chgData name="Johanna Van Passel" userId="50a5774b-cbdc-4a72-a861-7e955e6bbd23" providerId="ADAL" clId="{08B45B0D-9E44-430D-A445-6AFBA1A1B117}" dt="2026-08-03T13:47:54.916" v="2994" actId="14100"/>
          <ac:picMkLst>
            <pc:docMk/>
            <pc:sldMk cId="343049233" sldId="268"/>
            <ac:picMk id="10" creationId="{5A709296-1C76-3CB8-FC9F-6725AB8DB4C2}"/>
          </ac:picMkLst>
        </pc:picChg>
      </pc:sldChg>
      <pc:sldChg chg="addSp modSp new mod">
        <pc:chgData name="Johanna Van Passel" userId="50a5774b-cbdc-4a72-a861-7e955e6bbd23" providerId="ADAL" clId="{08B45B0D-9E44-430D-A445-6AFBA1A1B117}" dt="2026-08-03T13:44:36.856" v="2990" actId="1076"/>
        <pc:sldMkLst>
          <pc:docMk/>
          <pc:sldMk cId="1376775027" sldId="269"/>
        </pc:sldMkLst>
        <pc:spChg chg="mod">
          <ac:chgData name="Johanna Van Passel" userId="50a5774b-cbdc-4a72-a861-7e955e6bbd23" providerId="ADAL" clId="{08B45B0D-9E44-430D-A445-6AFBA1A1B117}" dt="2026-08-03T13:43:35.557" v="2976" actId="1076"/>
          <ac:spMkLst>
            <pc:docMk/>
            <pc:sldMk cId="1376775027" sldId="269"/>
            <ac:spMk id="2" creationId="{2B93D470-6BD3-2B3D-6CEC-8C9607B4791C}"/>
          </ac:spMkLst>
        </pc:spChg>
        <pc:spChg chg="mod">
          <ac:chgData name="Johanna Van Passel" userId="50a5774b-cbdc-4a72-a861-7e955e6bbd23" providerId="ADAL" clId="{08B45B0D-9E44-430D-A445-6AFBA1A1B117}" dt="2026-08-03T13:39:26.120" v="2916" actId="20577"/>
          <ac:spMkLst>
            <pc:docMk/>
            <pc:sldMk cId="1376775027" sldId="269"/>
            <ac:spMk id="3" creationId="{C58400C2-B2A5-D537-DCFA-B391B4270F7F}"/>
          </ac:spMkLst>
        </pc:spChg>
        <pc:picChg chg="add mod">
          <ac:chgData name="Johanna Van Passel" userId="50a5774b-cbdc-4a72-a861-7e955e6bbd23" providerId="ADAL" clId="{08B45B0D-9E44-430D-A445-6AFBA1A1B117}" dt="2026-08-03T13:41:10.585" v="2964" actId="14100"/>
          <ac:picMkLst>
            <pc:docMk/>
            <pc:sldMk cId="1376775027" sldId="269"/>
            <ac:picMk id="5" creationId="{988BBD71-AA48-C291-5A25-09CF8962ABA2}"/>
          </ac:picMkLst>
        </pc:picChg>
        <pc:picChg chg="add mod">
          <ac:chgData name="Johanna Van Passel" userId="50a5774b-cbdc-4a72-a861-7e955e6bbd23" providerId="ADAL" clId="{08B45B0D-9E44-430D-A445-6AFBA1A1B117}" dt="2026-08-03T13:43:42.299" v="2980" actId="1076"/>
          <ac:picMkLst>
            <pc:docMk/>
            <pc:sldMk cId="1376775027" sldId="269"/>
            <ac:picMk id="7" creationId="{7E668364-8DD9-0E40-BB7D-A3B510D62A93}"/>
          </ac:picMkLst>
        </pc:picChg>
        <pc:picChg chg="add mod">
          <ac:chgData name="Johanna Van Passel" userId="50a5774b-cbdc-4a72-a861-7e955e6bbd23" providerId="ADAL" clId="{08B45B0D-9E44-430D-A445-6AFBA1A1B117}" dt="2026-08-03T13:44:36.856" v="2990" actId="1076"/>
          <ac:picMkLst>
            <pc:docMk/>
            <pc:sldMk cId="1376775027" sldId="269"/>
            <ac:picMk id="11" creationId="{AC79520A-B316-D2D6-8B92-414B8369EA7A}"/>
          </ac:picMkLst>
        </pc:picChg>
        <pc:picChg chg="add mod">
          <ac:chgData name="Johanna Van Passel" userId="50a5774b-cbdc-4a72-a861-7e955e6bbd23" providerId="ADAL" clId="{08B45B0D-9E44-430D-A445-6AFBA1A1B117}" dt="2026-08-03T13:44:34.606" v="2989" actId="1076"/>
          <ac:picMkLst>
            <pc:docMk/>
            <pc:sldMk cId="1376775027" sldId="269"/>
            <ac:picMk id="13" creationId="{EDE22BF4-2B5D-30B8-F6CD-2E72016BA686}"/>
          </ac:picMkLst>
        </pc:picChg>
        <pc:cxnChg chg="add mod">
          <ac:chgData name="Johanna Van Passel" userId="50a5774b-cbdc-4a72-a861-7e955e6bbd23" providerId="ADAL" clId="{08B45B0D-9E44-430D-A445-6AFBA1A1B117}" dt="2026-08-03T13:42:35.350" v="2973" actId="1582"/>
          <ac:cxnSpMkLst>
            <pc:docMk/>
            <pc:sldMk cId="1376775027" sldId="269"/>
            <ac:cxnSpMk id="9" creationId="{F0684A1E-B8FB-1364-F0E6-6C1C7F0F56DD}"/>
          </ac:cxnSpMkLst>
        </pc:cxnChg>
      </pc:sldChg>
      <pc:sldChg chg="addSp modSp new mod">
        <pc:chgData name="Johanna Van Passel" userId="50a5774b-cbdc-4a72-a861-7e955e6bbd23" providerId="ADAL" clId="{08B45B0D-9E44-430D-A445-6AFBA1A1B117}" dt="2026-08-26T16:27:49.609" v="6716" actId="6549"/>
        <pc:sldMkLst>
          <pc:docMk/>
          <pc:sldMk cId="2182416552" sldId="270"/>
        </pc:sldMkLst>
        <pc:spChg chg="mod">
          <ac:chgData name="Johanna Van Passel" userId="50a5774b-cbdc-4a72-a861-7e955e6bbd23" providerId="ADAL" clId="{08B45B0D-9E44-430D-A445-6AFBA1A1B117}" dt="2026-08-03T19:34:51.728" v="3826" actId="20577"/>
          <ac:spMkLst>
            <pc:docMk/>
            <pc:sldMk cId="2182416552" sldId="270"/>
            <ac:spMk id="2" creationId="{5E952D30-055A-F413-AAAF-F289A9B8FDFF}"/>
          </ac:spMkLst>
        </pc:spChg>
        <pc:spChg chg="mod">
          <ac:chgData name="Johanna Van Passel" userId="50a5774b-cbdc-4a72-a861-7e955e6bbd23" providerId="ADAL" clId="{08B45B0D-9E44-430D-A445-6AFBA1A1B117}" dt="2026-08-03T14:48:27.594" v="3027" actId="20577"/>
          <ac:spMkLst>
            <pc:docMk/>
            <pc:sldMk cId="2182416552" sldId="270"/>
            <ac:spMk id="3" creationId="{CDA7CB46-34B6-025B-C07F-E92197C1F3D5}"/>
          </ac:spMkLst>
        </pc:spChg>
        <pc:spChg chg="add mod">
          <ac:chgData name="Johanna Van Passel" userId="50a5774b-cbdc-4a72-a861-7e955e6bbd23" providerId="ADAL" clId="{08B45B0D-9E44-430D-A445-6AFBA1A1B117}" dt="2026-08-25T14:21:55.867" v="6698" actId="20577"/>
          <ac:spMkLst>
            <pc:docMk/>
            <pc:sldMk cId="2182416552" sldId="270"/>
            <ac:spMk id="6" creationId="{2D99A5E6-51D7-2AF3-4E01-C6F61F6511CA}"/>
          </ac:spMkLst>
        </pc:spChg>
        <pc:spChg chg="add mod">
          <ac:chgData name="Johanna Van Passel" userId="50a5774b-cbdc-4a72-a861-7e955e6bbd23" providerId="ADAL" clId="{08B45B0D-9E44-430D-A445-6AFBA1A1B117}" dt="2026-08-26T16:27:48" v="6714" actId="6549"/>
          <ac:spMkLst>
            <pc:docMk/>
            <pc:sldMk cId="2182416552" sldId="270"/>
            <ac:spMk id="9" creationId="{7CEE4E34-CB45-5968-1F8F-972D1AF49030}"/>
          </ac:spMkLst>
        </pc:spChg>
        <pc:spChg chg="add mod">
          <ac:chgData name="Johanna Van Passel" userId="50a5774b-cbdc-4a72-a861-7e955e6bbd23" providerId="ADAL" clId="{08B45B0D-9E44-430D-A445-6AFBA1A1B117}" dt="2026-08-26T16:27:48.971" v="6715" actId="6549"/>
          <ac:spMkLst>
            <pc:docMk/>
            <pc:sldMk cId="2182416552" sldId="270"/>
            <ac:spMk id="11" creationId="{0E91DC73-7FA6-FC53-8808-45300EE34952}"/>
          </ac:spMkLst>
        </pc:spChg>
        <pc:spChg chg="add mod">
          <ac:chgData name="Johanna Van Passel" userId="50a5774b-cbdc-4a72-a861-7e955e6bbd23" providerId="ADAL" clId="{08B45B0D-9E44-430D-A445-6AFBA1A1B117}" dt="2026-08-26T16:27:49.609" v="6716" actId="6549"/>
          <ac:spMkLst>
            <pc:docMk/>
            <pc:sldMk cId="2182416552" sldId="270"/>
            <ac:spMk id="13" creationId="{4A1FBC89-9858-53C9-2A60-C75E6CC4E90D}"/>
          </ac:spMkLst>
        </pc:spChg>
        <pc:spChg chg="add mod">
          <ac:chgData name="Johanna Van Passel" userId="50a5774b-cbdc-4a72-a861-7e955e6bbd23" providerId="ADAL" clId="{08B45B0D-9E44-430D-A445-6AFBA1A1B117}" dt="2026-08-03T15:06:04.557" v="3329" actId="14100"/>
          <ac:spMkLst>
            <pc:docMk/>
            <pc:sldMk cId="2182416552" sldId="270"/>
            <ac:spMk id="15" creationId="{B00E721E-1E22-634F-6E25-45D81F7C579C}"/>
          </ac:spMkLst>
        </pc:spChg>
        <pc:picChg chg="add mod">
          <ac:chgData name="Johanna Van Passel" userId="50a5774b-cbdc-4a72-a861-7e955e6bbd23" providerId="ADAL" clId="{08B45B0D-9E44-430D-A445-6AFBA1A1B117}" dt="2026-08-03T15:02:24.006" v="3080" actId="1036"/>
          <ac:picMkLst>
            <pc:docMk/>
            <pc:sldMk cId="2182416552" sldId="270"/>
            <ac:picMk id="5" creationId="{025A90E8-47D1-784A-C3C6-06E82DCED99B}"/>
          </ac:picMkLst>
        </pc:picChg>
        <pc:picChg chg="add mod modCrop">
          <ac:chgData name="Johanna Van Passel" userId="50a5774b-cbdc-4a72-a861-7e955e6bbd23" providerId="ADAL" clId="{08B45B0D-9E44-430D-A445-6AFBA1A1B117}" dt="2026-08-03T15:02:16.593" v="3073" actId="1076"/>
          <ac:picMkLst>
            <pc:docMk/>
            <pc:sldMk cId="2182416552" sldId="270"/>
            <ac:picMk id="7" creationId="{EB20E29F-932B-44FA-5268-4896C409E57F}"/>
          </ac:picMkLst>
        </pc:picChg>
      </pc:sldChg>
      <pc:sldChg chg="addSp modSp new mod">
        <pc:chgData name="Johanna Van Passel" userId="50a5774b-cbdc-4a72-a861-7e955e6bbd23" providerId="ADAL" clId="{08B45B0D-9E44-430D-A445-6AFBA1A1B117}" dt="2026-08-26T16:28:19.282" v="6719" actId="6549"/>
        <pc:sldMkLst>
          <pc:docMk/>
          <pc:sldMk cId="3999237347" sldId="271"/>
        </pc:sldMkLst>
        <pc:spChg chg="mod">
          <ac:chgData name="Johanna Van Passel" userId="50a5774b-cbdc-4a72-a861-7e955e6bbd23" providerId="ADAL" clId="{08B45B0D-9E44-430D-A445-6AFBA1A1B117}" dt="2026-08-03T19:34:45.941" v="3814" actId="20577"/>
          <ac:spMkLst>
            <pc:docMk/>
            <pc:sldMk cId="3999237347" sldId="271"/>
            <ac:spMk id="2" creationId="{A72FC816-8DB7-F7D6-3998-6812766E1D19}"/>
          </ac:spMkLst>
        </pc:spChg>
        <pc:spChg chg="mod">
          <ac:chgData name="Johanna Van Passel" userId="50a5774b-cbdc-4a72-a861-7e955e6bbd23" providerId="ADAL" clId="{08B45B0D-9E44-430D-A445-6AFBA1A1B117}" dt="2026-08-03T15:03:13.093" v="3083"/>
          <ac:spMkLst>
            <pc:docMk/>
            <pc:sldMk cId="3999237347" sldId="271"/>
            <ac:spMk id="3" creationId="{2670832C-47E8-2B9E-4A61-2F9C76AECE77}"/>
          </ac:spMkLst>
        </pc:spChg>
        <pc:spChg chg="add mod">
          <ac:chgData name="Johanna Van Passel" userId="50a5774b-cbdc-4a72-a861-7e955e6bbd23" providerId="ADAL" clId="{08B45B0D-9E44-430D-A445-6AFBA1A1B117}" dt="2026-08-25T14:22:03.342" v="6702" actId="20577"/>
          <ac:spMkLst>
            <pc:docMk/>
            <pc:sldMk cId="3999237347" sldId="271"/>
            <ac:spMk id="6" creationId="{ABA5E0AE-A172-6911-CC16-59DB7CEA3D4F}"/>
          </ac:spMkLst>
        </pc:spChg>
        <pc:spChg chg="add mod">
          <ac:chgData name="Johanna Van Passel" userId="50a5774b-cbdc-4a72-a861-7e955e6bbd23" providerId="ADAL" clId="{08B45B0D-9E44-430D-A445-6AFBA1A1B117}" dt="2026-08-26T16:28:17.537" v="6717" actId="6549"/>
          <ac:spMkLst>
            <pc:docMk/>
            <pc:sldMk cId="3999237347" sldId="271"/>
            <ac:spMk id="8" creationId="{06437F8C-E231-FB64-923C-25EBDBCFE802}"/>
          </ac:spMkLst>
        </pc:spChg>
        <pc:spChg chg="add mod">
          <ac:chgData name="Johanna Van Passel" userId="50a5774b-cbdc-4a72-a861-7e955e6bbd23" providerId="ADAL" clId="{08B45B0D-9E44-430D-A445-6AFBA1A1B117}" dt="2026-08-26T16:28:18.438" v="6718" actId="6549"/>
          <ac:spMkLst>
            <pc:docMk/>
            <pc:sldMk cId="3999237347" sldId="271"/>
            <ac:spMk id="10" creationId="{C4FCB52A-F766-CDE7-B45D-C3356B714EA9}"/>
          </ac:spMkLst>
        </pc:spChg>
        <pc:spChg chg="add mod">
          <ac:chgData name="Johanna Van Passel" userId="50a5774b-cbdc-4a72-a861-7e955e6bbd23" providerId="ADAL" clId="{08B45B0D-9E44-430D-A445-6AFBA1A1B117}" dt="2026-08-26T16:28:19.282" v="6719" actId="6549"/>
          <ac:spMkLst>
            <pc:docMk/>
            <pc:sldMk cId="3999237347" sldId="271"/>
            <ac:spMk id="12" creationId="{ED030AC4-BAEF-95FC-4406-C8F24855ACA2}"/>
          </ac:spMkLst>
        </pc:spChg>
        <pc:spChg chg="add mod">
          <ac:chgData name="Johanna Van Passel" userId="50a5774b-cbdc-4a72-a861-7e955e6bbd23" providerId="ADAL" clId="{08B45B0D-9E44-430D-A445-6AFBA1A1B117}" dt="2026-08-03T15:06:18.887" v="3345" actId="20577"/>
          <ac:spMkLst>
            <pc:docMk/>
            <pc:sldMk cId="3999237347" sldId="271"/>
            <ac:spMk id="14" creationId="{A2976F2A-12A5-1825-99A1-49427166E223}"/>
          </ac:spMkLst>
        </pc:spChg>
        <pc:picChg chg="add mod">
          <ac:chgData name="Johanna Van Passel" userId="50a5774b-cbdc-4a72-a861-7e955e6bbd23" providerId="ADAL" clId="{08B45B0D-9E44-430D-A445-6AFBA1A1B117}" dt="2026-08-03T15:03:38.029" v="3120" actId="1076"/>
          <ac:picMkLst>
            <pc:docMk/>
            <pc:sldMk cId="3999237347" sldId="271"/>
            <ac:picMk id="5" creationId="{1AFC66FE-D7DC-0708-9E36-BA6CA39E9BDE}"/>
          </ac:picMkLst>
        </pc:picChg>
        <pc:picChg chg="add">
          <ac:chgData name="Johanna Van Passel" userId="50a5774b-cbdc-4a72-a861-7e955e6bbd23" providerId="ADAL" clId="{08B45B0D-9E44-430D-A445-6AFBA1A1B117}" dt="2026-08-03T15:03:36.675" v="3119" actId="22"/>
          <ac:picMkLst>
            <pc:docMk/>
            <pc:sldMk cId="3999237347" sldId="271"/>
            <ac:picMk id="7" creationId="{C5D2087A-D4B9-AD92-FA32-A06A211D6B97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4T11:58:01.193" v="4996" actId="14100"/>
        <pc:sldMkLst>
          <pc:docMk/>
          <pc:sldMk cId="1485602202" sldId="272"/>
        </pc:sldMkLst>
        <pc:spChg chg="mod">
          <ac:chgData name="Johanna Van Passel" userId="50a5774b-cbdc-4a72-a861-7e955e6bbd23" providerId="ADAL" clId="{08B45B0D-9E44-430D-A445-6AFBA1A1B117}" dt="2026-08-03T15:09:23.694" v="3379" actId="14100"/>
          <ac:spMkLst>
            <pc:docMk/>
            <pc:sldMk cId="1485602202" sldId="272"/>
            <ac:spMk id="2" creationId="{775F8904-58EF-AA34-9CB0-C0AB684A3803}"/>
          </ac:spMkLst>
        </pc:spChg>
        <pc:spChg chg="mod">
          <ac:chgData name="Johanna Van Passel" userId="50a5774b-cbdc-4a72-a861-7e955e6bbd23" providerId="ADAL" clId="{08B45B0D-9E44-430D-A445-6AFBA1A1B117}" dt="2026-08-03T15:06:50.214" v="3366" actId="20577"/>
          <ac:spMkLst>
            <pc:docMk/>
            <pc:sldMk cId="1485602202" sldId="272"/>
            <ac:spMk id="3" creationId="{93E2AC71-0177-D6DE-E100-EE9F852FA2E7}"/>
          </ac:spMkLst>
        </pc:spChg>
        <pc:spChg chg="add mod">
          <ac:chgData name="Johanna Van Passel" userId="50a5774b-cbdc-4a72-a861-7e955e6bbd23" providerId="ADAL" clId="{08B45B0D-9E44-430D-A445-6AFBA1A1B117}" dt="2026-08-04T11:57:58.565" v="4995" actId="1076"/>
          <ac:spMkLst>
            <pc:docMk/>
            <pc:sldMk cId="1485602202" sldId="272"/>
            <ac:spMk id="4" creationId="{8E963332-0245-D343-343D-0AFA60B1626A}"/>
          </ac:spMkLst>
        </pc:spChg>
        <pc:picChg chg="add mod">
          <ac:chgData name="Johanna Van Passel" userId="50a5774b-cbdc-4a72-a861-7e955e6bbd23" providerId="ADAL" clId="{08B45B0D-9E44-430D-A445-6AFBA1A1B117}" dt="2026-08-03T18:22:38.123" v="3389" actId="1076"/>
          <ac:picMkLst>
            <pc:docMk/>
            <pc:sldMk cId="1485602202" sldId="272"/>
            <ac:picMk id="5" creationId="{157B196F-073C-66A4-93A4-52E313658332}"/>
          </ac:picMkLst>
        </pc:picChg>
        <pc:picChg chg="add mod">
          <ac:chgData name="Johanna Van Passel" userId="50a5774b-cbdc-4a72-a861-7e955e6bbd23" providerId="ADAL" clId="{08B45B0D-9E44-430D-A445-6AFBA1A1B117}" dt="2026-08-03T18:22:36.693" v="3388" actId="1076"/>
          <ac:picMkLst>
            <pc:docMk/>
            <pc:sldMk cId="1485602202" sldId="272"/>
            <ac:picMk id="8" creationId="{40AEBB69-32B1-9E38-586F-FC448C5843E5}"/>
          </ac:picMkLst>
        </pc:picChg>
        <pc:picChg chg="add mod">
          <ac:chgData name="Johanna Van Passel" userId="50a5774b-cbdc-4a72-a861-7e955e6bbd23" providerId="ADAL" clId="{08B45B0D-9E44-430D-A445-6AFBA1A1B117}" dt="2026-08-03T18:23:37.414" v="3394" actId="1076"/>
          <ac:picMkLst>
            <pc:docMk/>
            <pc:sldMk cId="1485602202" sldId="272"/>
            <ac:picMk id="10" creationId="{1E31058D-C909-6011-7CBE-1CE7C4237501}"/>
          </ac:picMkLst>
        </pc:picChg>
        <pc:picChg chg="add mod modCrop">
          <ac:chgData name="Johanna Van Passel" userId="50a5774b-cbdc-4a72-a861-7e955e6bbd23" providerId="ADAL" clId="{08B45B0D-9E44-430D-A445-6AFBA1A1B117}" dt="2026-08-04T11:58:01.193" v="4996" actId="14100"/>
          <ac:picMkLst>
            <pc:docMk/>
            <pc:sldMk cId="1485602202" sldId="272"/>
            <ac:picMk id="12" creationId="{E2018DC6-BBE2-B230-89D0-CF826858F254}"/>
          </ac:picMkLst>
        </pc:picChg>
      </pc:sldChg>
      <pc:sldChg chg="modSp new mod">
        <pc:chgData name="Johanna Van Passel" userId="50a5774b-cbdc-4a72-a861-7e955e6bbd23" providerId="ADAL" clId="{08B45B0D-9E44-430D-A445-6AFBA1A1B117}" dt="2026-08-03T20:44:16.528" v="4839" actId="207"/>
        <pc:sldMkLst>
          <pc:docMk/>
          <pc:sldMk cId="1669535505" sldId="273"/>
        </pc:sldMkLst>
        <pc:spChg chg="mod">
          <ac:chgData name="Johanna Van Passel" userId="50a5774b-cbdc-4a72-a861-7e955e6bbd23" providerId="ADAL" clId="{08B45B0D-9E44-430D-A445-6AFBA1A1B117}" dt="2026-08-03T20:44:16.528" v="4839" actId="207"/>
          <ac:spMkLst>
            <pc:docMk/>
            <pc:sldMk cId="1669535505" sldId="273"/>
            <ac:spMk id="2" creationId="{63291488-6118-59B8-64B4-5069ACAFEBF1}"/>
          </ac:spMkLst>
        </pc:spChg>
        <pc:spChg chg="mod">
          <ac:chgData name="Johanna Van Passel" userId="50a5774b-cbdc-4a72-a861-7e955e6bbd23" providerId="ADAL" clId="{08B45B0D-9E44-430D-A445-6AFBA1A1B117}" dt="2026-08-03T18:27:24.631" v="3440" actId="20577"/>
          <ac:spMkLst>
            <pc:docMk/>
            <pc:sldMk cId="1669535505" sldId="273"/>
            <ac:spMk id="3" creationId="{4A909299-0A77-F6CE-D740-CED45AED115D}"/>
          </ac:spMkLst>
        </pc:spChg>
      </pc:sldChg>
      <pc:sldChg chg="addSp delSp modSp new mod">
        <pc:chgData name="Johanna Van Passel" userId="50a5774b-cbdc-4a72-a861-7e955e6bbd23" providerId="ADAL" clId="{08B45B0D-9E44-430D-A445-6AFBA1A1B117}" dt="2026-08-03T20:02:21.837" v="3934" actId="1076"/>
        <pc:sldMkLst>
          <pc:docMk/>
          <pc:sldMk cId="378725508" sldId="274"/>
        </pc:sldMkLst>
        <pc:spChg chg="mod">
          <ac:chgData name="Johanna Van Passel" userId="50a5774b-cbdc-4a72-a861-7e955e6bbd23" providerId="ADAL" clId="{08B45B0D-9E44-430D-A445-6AFBA1A1B117}" dt="2026-08-03T20:00:58.357" v="3926" actId="14100"/>
          <ac:spMkLst>
            <pc:docMk/>
            <pc:sldMk cId="378725508" sldId="274"/>
            <ac:spMk id="2" creationId="{80DF9299-4C24-750E-4207-EC85DB86B3D7}"/>
          </ac:spMkLst>
        </pc:spChg>
        <pc:spChg chg="mod">
          <ac:chgData name="Johanna Van Passel" userId="50a5774b-cbdc-4a72-a861-7e955e6bbd23" providerId="ADAL" clId="{08B45B0D-9E44-430D-A445-6AFBA1A1B117}" dt="2026-08-03T19:35:01.245" v="3828"/>
          <ac:spMkLst>
            <pc:docMk/>
            <pc:sldMk cId="378725508" sldId="274"/>
            <ac:spMk id="3" creationId="{6E7F47A0-7534-84C9-AC5D-1DF1F56B3BCD}"/>
          </ac:spMkLst>
        </pc:spChg>
        <pc:picChg chg="add mod">
          <ac:chgData name="Johanna Van Passel" userId="50a5774b-cbdc-4a72-a861-7e955e6bbd23" providerId="ADAL" clId="{08B45B0D-9E44-430D-A445-6AFBA1A1B117}" dt="2026-08-03T20:01:06.400" v="3928" actId="1076"/>
          <ac:picMkLst>
            <pc:docMk/>
            <pc:sldMk cId="378725508" sldId="274"/>
            <ac:picMk id="11" creationId="{7D76B6A9-27B1-AE55-8F4C-D8F79D248411}"/>
          </ac:picMkLst>
        </pc:picChg>
        <pc:picChg chg="add mod">
          <ac:chgData name="Johanna Van Passel" userId="50a5774b-cbdc-4a72-a861-7e955e6bbd23" providerId="ADAL" clId="{08B45B0D-9E44-430D-A445-6AFBA1A1B117}" dt="2026-08-03T20:01:01.627" v="3927" actId="14100"/>
          <ac:picMkLst>
            <pc:docMk/>
            <pc:sldMk cId="378725508" sldId="274"/>
            <ac:picMk id="13" creationId="{C11540C8-BB4C-7577-C535-DA1FCDAE55B7}"/>
          </ac:picMkLst>
        </pc:picChg>
        <pc:picChg chg="add mod">
          <ac:chgData name="Johanna Van Passel" userId="50a5774b-cbdc-4a72-a861-7e955e6bbd23" providerId="ADAL" clId="{08B45B0D-9E44-430D-A445-6AFBA1A1B117}" dt="2026-08-03T20:00:52.297" v="3924" actId="1076"/>
          <ac:picMkLst>
            <pc:docMk/>
            <pc:sldMk cId="378725508" sldId="274"/>
            <ac:picMk id="15" creationId="{0AFD41E2-BD39-6FBD-F7E2-E4FCADD9E77B}"/>
          </ac:picMkLst>
        </pc:picChg>
        <pc:picChg chg="add mod">
          <ac:chgData name="Johanna Van Passel" userId="50a5774b-cbdc-4a72-a861-7e955e6bbd23" providerId="ADAL" clId="{08B45B0D-9E44-430D-A445-6AFBA1A1B117}" dt="2026-08-03T20:02:21.837" v="3934" actId="1076"/>
          <ac:picMkLst>
            <pc:docMk/>
            <pc:sldMk cId="378725508" sldId="274"/>
            <ac:picMk id="17" creationId="{E9385142-6A61-F816-5F89-A562CFC38183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3T20:15:55.797" v="3949" actId="1076"/>
        <pc:sldMkLst>
          <pc:docMk/>
          <pc:sldMk cId="1753372293" sldId="275"/>
        </pc:sldMkLst>
        <pc:spChg chg="mod">
          <ac:chgData name="Johanna Van Passel" userId="50a5774b-cbdc-4a72-a861-7e955e6bbd23" providerId="ADAL" clId="{08B45B0D-9E44-430D-A445-6AFBA1A1B117}" dt="2026-08-03T19:50:16.156" v="3895"/>
          <ac:spMkLst>
            <pc:docMk/>
            <pc:sldMk cId="1753372293" sldId="275"/>
            <ac:spMk id="3" creationId="{711EC1A6-BF1A-BBE0-9D5E-3F1CE1D8FFDB}"/>
          </ac:spMkLst>
        </pc:spChg>
        <pc:picChg chg="add mod">
          <ac:chgData name="Johanna Van Passel" userId="50a5774b-cbdc-4a72-a861-7e955e6bbd23" providerId="ADAL" clId="{08B45B0D-9E44-430D-A445-6AFBA1A1B117}" dt="2026-08-03T20:15:55.797" v="3949" actId="1076"/>
          <ac:picMkLst>
            <pc:docMk/>
            <pc:sldMk cId="1753372293" sldId="275"/>
            <ac:picMk id="11" creationId="{D5EE6DF8-3700-4B47-82DC-C0F71C1D6D4D}"/>
          </ac:picMkLst>
        </pc:picChg>
      </pc:sldChg>
      <pc:sldChg chg="addSp delSp modSp new mod">
        <pc:chgData name="Johanna Van Passel" userId="50a5774b-cbdc-4a72-a861-7e955e6bbd23" providerId="ADAL" clId="{08B45B0D-9E44-430D-A445-6AFBA1A1B117}" dt="2026-08-03T20:28:52.656" v="4266" actId="27636"/>
        <pc:sldMkLst>
          <pc:docMk/>
          <pc:sldMk cId="2807852121" sldId="276"/>
        </pc:sldMkLst>
        <pc:spChg chg="mod">
          <ac:chgData name="Johanna Van Passel" userId="50a5774b-cbdc-4a72-a861-7e955e6bbd23" providerId="ADAL" clId="{08B45B0D-9E44-430D-A445-6AFBA1A1B117}" dt="2026-08-03T20:28:52.656" v="4266" actId="27636"/>
          <ac:spMkLst>
            <pc:docMk/>
            <pc:sldMk cId="2807852121" sldId="276"/>
            <ac:spMk id="2" creationId="{5D6CA960-7073-2EDD-DBB2-1649A9D0EBA7}"/>
          </ac:spMkLst>
        </pc:spChg>
        <pc:spChg chg="mod">
          <ac:chgData name="Johanna Van Passel" userId="50a5774b-cbdc-4a72-a861-7e955e6bbd23" providerId="ADAL" clId="{08B45B0D-9E44-430D-A445-6AFBA1A1B117}" dt="2026-08-03T20:15:34.079" v="3939"/>
          <ac:spMkLst>
            <pc:docMk/>
            <pc:sldMk cId="2807852121" sldId="276"/>
            <ac:spMk id="3" creationId="{514ABEE4-5F4B-4853-5365-510D45AB601F}"/>
          </ac:spMkLst>
        </pc:spChg>
        <pc:picChg chg="add mod">
          <ac:chgData name="Johanna Van Passel" userId="50a5774b-cbdc-4a72-a861-7e955e6bbd23" providerId="ADAL" clId="{08B45B0D-9E44-430D-A445-6AFBA1A1B117}" dt="2026-08-03T20:25:12.358" v="4070" actId="14100"/>
          <ac:picMkLst>
            <pc:docMk/>
            <pc:sldMk cId="2807852121" sldId="276"/>
            <ac:picMk id="5" creationId="{F616AD98-24D1-7D77-3BAE-C3334731DED7}"/>
          </ac:picMkLst>
        </pc:picChg>
        <pc:picChg chg="add mod">
          <ac:chgData name="Johanna Van Passel" userId="50a5774b-cbdc-4a72-a861-7e955e6bbd23" providerId="ADAL" clId="{08B45B0D-9E44-430D-A445-6AFBA1A1B117}" dt="2026-08-03T20:26:21.367" v="4149" actId="1076"/>
          <ac:picMkLst>
            <pc:docMk/>
            <pc:sldMk cId="2807852121" sldId="276"/>
            <ac:picMk id="7" creationId="{B850300F-5890-73C2-8940-CC8BE499DAE8}"/>
          </ac:picMkLst>
        </pc:picChg>
        <pc:picChg chg="add mod">
          <ac:chgData name="Johanna Van Passel" userId="50a5774b-cbdc-4a72-a861-7e955e6bbd23" providerId="ADAL" clId="{08B45B0D-9E44-430D-A445-6AFBA1A1B117}" dt="2026-08-03T20:25:05.522" v="4067" actId="14100"/>
          <ac:picMkLst>
            <pc:docMk/>
            <pc:sldMk cId="2807852121" sldId="276"/>
            <ac:picMk id="9" creationId="{40EC4F01-8DD5-79A8-D373-3B9D66D91CD0}"/>
          </ac:picMkLst>
        </pc:picChg>
        <pc:picChg chg="add mod">
          <ac:chgData name="Johanna Van Passel" userId="50a5774b-cbdc-4a72-a861-7e955e6bbd23" providerId="ADAL" clId="{08B45B0D-9E44-430D-A445-6AFBA1A1B117}" dt="2026-08-03T20:25:44.699" v="4073" actId="1076"/>
          <ac:picMkLst>
            <pc:docMk/>
            <pc:sldMk cId="2807852121" sldId="276"/>
            <ac:picMk id="11" creationId="{12DF3F4F-A83D-6FE7-2BF6-DA9A5BA1DEEE}"/>
          </ac:picMkLst>
        </pc:picChg>
        <pc:picChg chg="add mod">
          <ac:chgData name="Johanna Van Passel" userId="50a5774b-cbdc-4a72-a861-7e955e6bbd23" providerId="ADAL" clId="{08B45B0D-9E44-430D-A445-6AFBA1A1B117}" dt="2026-08-03T20:28:49.295" v="4262" actId="1076"/>
          <ac:picMkLst>
            <pc:docMk/>
            <pc:sldMk cId="2807852121" sldId="276"/>
            <ac:picMk id="14" creationId="{CD80F3DE-2E84-2849-21F4-980F292CC290}"/>
          </ac:picMkLst>
        </pc:picChg>
      </pc:sldChg>
      <pc:sldChg chg="modSp new mod ord">
        <pc:chgData name="Johanna Van Passel" userId="50a5774b-cbdc-4a72-a861-7e955e6bbd23" providerId="ADAL" clId="{08B45B0D-9E44-430D-A445-6AFBA1A1B117}" dt="2026-08-25T14:25:11.979" v="6709" actId="20577"/>
        <pc:sldMkLst>
          <pc:docMk/>
          <pc:sldMk cId="2910686580" sldId="277"/>
        </pc:sldMkLst>
        <pc:spChg chg="mod">
          <ac:chgData name="Johanna Van Passel" userId="50a5774b-cbdc-4a72-a861-7e955e6bbd23" providerId="ADAL" clId="{08B45B0D-9E44-430D-A445-6AFBA1A1B117}" dt="2026-08-25T14:25:11.979" v="6709" actId="20577"/>
          <ac:spMkLst>
            <pc:docMk/>
            <pc:sldMk cId="2910686580" sldId="277"/>
            <ac:spMk id="2" creationId="{7F84B1D3-108A-60F9-F2FE-8A3C9FFBFA9F}"/>
          </ac:spMkLst>
        </pc:spChg>
        <pc:spChg chg="mod">
          <ac:chgData name="Johanna Van Passel" userId="50a5774b-cbdc-4a72-a861-7e955e6bbd23" providerId="ADAL" clId="{08B45B0D-9E44-430D-A445-6AFBA1A1B117}" dt="2026-08-03T20:32:43.378" v="4276" actId="20577"/>
          <ac:spMkLst>
            <pc:docMk/>
            <pc:sldMk cId="2910686580" sldId="277"/>
            <ac:spMk id="3" creationId="{112F661A-5205-9843-F4B9-395F5534B713}"/>
          </ac:spMkLst>
        </pc:spChg>
      </pc:sldChg>
      <pc:sldChg chg="addSp delSp modSp new mod">
        <pc:chgData name="Johanna Van Passel" userId="50a5774b-cbdc-4a72-a861-7e955e6bbd23" providerId="ADAL" clId="{08B45B0D-9E44-430D-A445-6AFBA1A1B117}" dt="2026-08-04T20:54:01.191" v="5347" actId="313"/>
        <pc:sldMkLst>
          <pc:docMk/>
          <pc:sldMk cId="1912219398" sldId="278"/>
        </pc:sldMkLst>
        <pc:spChg chg="mod">
          <ac:chgData name="Johanna Van Passel" userId="50a5774b-cbdc-4a72-a861-7e955e6bbd23" providerId="ADAL" clId="{08B45B0D-9E44-430D-A445-6AFBA1A1B117}" dt="2026-08-04T20:54:01.191" v="5347" actId="313"/>
          <ac:spMkLst>
            <pc:docMk/>
            <pc:sldMk cId="1912219398" sldId="278"/>
            <ac:spMk id="2" creationId="{0D2595CC-93F3-B27B-1BEE-FA8E4BA9837B}"/>
          </ac:spMkLst>
        </pc:spChg>
        <pc:spChg chg="mod">
          <ac:chgData name="Johanna Van Passel" userId="50a5774b-cbdc-4a72-a861-7e955e6bbd23" providerId="ADAL" clId="{08B45B0D-9E44-430D-A445-6AFBA1A1B117}" dt="2026-08-04T11:59:23.642" v="5032" actId="20577"/>
          <ac:spMkLst>
            <pc:docMk/>
            <pc:sldMk cId="1912219398" sldId="278"/>
            <ac:spMk id="3" creationId="{BE05CB9D-F46A-8FF8-0884-73825789BF36}"/>
          </ac:spMkLst>
        </pc:spChg>
        <pc:picChg chg="add mod">
          <ac:chgData name="Johanna Van Passel" userId="50a5774b-cbdc-4a72-a861-7e955e6bbd23" providerId="ADAL" clId="{08B45B0D-9E44-430D-A445-6AFBA1A1B117}" dt="2026-08-04T20:50:20.372" v="5251" actId="1076"/>
          <ac:picMkLst>
            <pc:docMk/>
            <pc:sldMk cId="1912219398" sldId="278"/>
            <ac:picMk id="7" creationId="{3D493E71-F43E-663E-BCA5-2872922BE36F}"/>
          </ac:picMkLst>
        </pc:picChg>
        <pc:picChg chg="add mod">
          <ac:chgData name="Johanna Van Passel" userId="50a5774b-cbdc-4a72-a861-7e955e6bbd23" providerId="ADAL" clId="{08B45B0D-9E44-430D-A445-6AFBA1A1B117}" dt="2026-08-04T20:51:26.104" v="5256" actId="1076"/>
          <ac:picMkLst>
            <pc:docMk/>
            <pc:sldMk cId="1912219398" sldId="278"/>
            <ac:picMk id="9" creationId="{497D3247-5B41-4E33-AA2C-3EFD37F2BA2D}"/>
          </ac:picMkLst>
        </pc:picChg>
        <pc:picChg chg="add mod">
          <ac:chgData name="Johanna Van Passel" userId="50a5774b-cbdc-4a72-a861-7e955e6bbd23" providerId="ADAL" clId="{08B45B0D-9E44-430D-A445-6AFBA1A1B117}" dt="2026-08-04T20:51:53.053" v="5260" actId="1076"/>
          <ac:picMkLst>
            <pc:docMk/>
            <pc:sldMk cId="1912219398" sldId="278"/>
            <ac:picMk id="11" creationId="{F09FE3E8-E594-E268-EB18-4C1B03759B86}"/>
          </ac:picMkLst>
        </pc:picChg>
      </pc:sldChg>
      <pc:sldChg chg="addSp modSp new mod">
        <pc:chgData name="Johanna Van Passel" userId="50a5774b-cbdc-4a72-a861-7e955e6bbd23" providerId="ADAL" clId="{08B45B0D-9E44-430D-A445-6AFBA1A1B117}" dt="2026-08-04T20:54:33.845" v="5385" actId="1076"/>
        <pc:sldMkLst>
          <pc:docMk/>
          <pc:sldMk cId="2343190641" sldId="279"/>
        </pc:sldMkLst>
        <pc:spChg chg="mod">
          <ac:chgData name="Johanna Van Passel" userId="50a5774b-cbdc-4a72-a861-7e955e6bbd23" providerId="ADAL" clId="{08B45B0D-9E44-430D-A445-6AFBA1A1B117}" dt="2026-08-04T20:53:43.090" v="5321" actId="14100"/>
          <ac:spMkLst>
            <pc:docMk/>
            <pc:sldMk cId="2343190641" sldId="279"/>
            <ac:spMk id="2" creationId="{FE435570-AD18-F045-72E3-C0A9F54F7D6C}"/>
          </ac:spMkLst>
        </pc:spChg>
        <pc:spChg chg="mod">
          <ac:chgData name="Johanna Van Passel" userId="50a5774b-cbdc-4a72-a861-7e955e6bbd23" providerId="ADAL" clId="{08B45B0D-9E44-430D-A445-6AFBA1A1B117}" dt="2026-08-04T20:52:58.118" v="5289"/>
          <ac:spMkLst>
            <pc:docMk/>
            <pc:sldMk cId="2343190641" sldId="279"/>
            <ac:spMk id="3" creationId="{E54CC9CC-1B9A-7335-C3D4-C3FF1F6EF0D7}"/>
          </ac:spMkLst>
        </pc:spChg>
        <pc:spChg chg="add mod">
          <ac:chgData name="Johanna Van Passel" userId="50a5774b-cbdc-4a72-a861-7e955e6bbd23" providerId="ADAL" clId="{08B45B0D-9E44-430D-A445-6AFBA1A1B117}" dt="2026-08-04T20:54:14.318" v="5383" actId="20577"/>
          <ac:spMkLst>
            <pc:docMk/>
            <pc:sldMk cId="2343190641" sldId="279"/>
            <ac:spMk id="6" creationId="{ADAD61CB-A9EE-A087-AF27-D43FD1CEB4E8}"/>
          </ac:spMkLst>
        </pc:spChg>
        <pc:picChg chg="add mod">
          <ac:chgData name="Johanna Van Passel" userId="50a5774b-cbdc-4a72-a861-7e955e6bbd23" providerId="ADAL" clId="{08B45B0D-9E44-430D-A445-6AFBA1A1B117}" dt="2026-08-04T20:53:39.652" v="5320" actId="1076"/>
          <ac:picMkLst>
            <pc:docMk/>
            <pc:sldMk cId="2343190641" sldId="279"/>
            <ac:picMk id="5" creationId="{446272AA-DDFC-F2E5-65B1-3F510A11E040}"/>
          </ac:picMkLst>
        </pc:picChg>
        <pc:picChg chg="add mod">
          <ac:chgData name="Johanna Van Passel" userId="50a5774b-cbdc-4a72-a861-7e955e6bbd23" providerId="ADAL" clId="{08B45B0D-9E44-430D-A445-6AFBA1A1B117}" dt="2026-08-04T20:54:33.845" v="5385" actId="1076"/>
          <ac:picMkLst>
            <pc:docMk/>
            <pc:sldMk cId="2343190641" sldId="279"/>
            <ac:picMk id="8" creationId="{F0378EE8-7F0E-8AC1-4E06-E8C8DA7826E6}"/>
          </ac:picMkLst>
        </pc:picChg>
      </pc:sldChg>
      <pc:sldChg chg="addSp modSp new mod">
        <pc:chgData name="Johanna Van Passel" userId="50a5774b-cbdc-4a72-a861-7e955e6bbd23" providerId="ADAL" clId="{08B45B0D-9E44-430D-A445-6AFBA1A1B117}" dt="2026-08-04T21:02:36.672" v="5719" actId="6549"/>
        <pc:sldMkLst>
          <pc:docMk/>
          <pc:sldMk cId="3118646214" sldId="280"/>
        </pc:sldMkLst>
        <pc:spChg chg="mod">
          <ac:chgData name="Johanna Van Passel" userId="50a5774b-cbdc-4a72-a861-7e955e6bbd23" providerId="ADAL" clId="{08B45B0D-9E44-430D-A445-6AFBA1A1B117}" dt="2026-08-04T21:02:36.672" v="5719" actId="6549"/>
          <ac:spMkLst>
            <pc:docMk/>
            <pc:sldMk cId="3118646214" sldId="280"/>
            <ac:spMk id="2" creationId="{849720DF-DF32-1629-092A-0755FECDAB85}"/>
          </ac:spMkLst>
        </pc:spChg>
        <pc:spChg chg="mod">
          <ac:chgData name="Johanna Van Passel" userId="50a5774b-cbdc-4a72-a861-7e955e6bbd23" providerId="ADAL" clId="{08B45B0D-9E44-430D-A445-6AFBA1A1B117}" dt="2026-08-04T20:55:04.419" v="5387"/>
          <ac:spMkLst>
            <pc:docMk/>
            <pc:sldMk cId="3118646214" sldId="280"/>
            <ac:spMk id="3" creationId="{FCC70CB8-40B2-7534-CB01-40D36CB1700B}"/>
          </ac:spMkLst>
        </pc:spChg>
        <pc:picChg chg="add mod">
          <ac:chgData name="Johanna Van Passel" userId="50a5774b-cbdc-4a72-a861-7e955e6bbd23" providerId="ADAL" clId="{08B45B0D-9E44-430D-A445-6AFBA1A1B117}" dt="2026-08-04T20:57:49.394" v="5439" actId="1076"/>
          <ac:picMkLst>
            <pc:docMk/>
            <pc:sldMk cId="3118646214" sldId="280"/>
            <ac:picMk id="5" creationId="{4DC794FA-3E5D-AB77-0512-D1BAB596B560}"/>
          </ac:picMkLst>
        </pc:picChg>
        <pc:picChg chg="add mod">
          <ac:chgData name="Johanna Van Passel" userId="50a5774b-cbdc-4a72-a861-7e955e6bbd23" providerId="ADAL" clId="{08B45B0D-9E44-430D-A445-6AFBA1A1B117}" dt="2026-08-04T20:57:42.161" v="5434" actId="1076"/>
          <ac:picMkLst>
            <pc:docMk/>
            <pc:sldMk cId="3118646214" sldId="280"/>
            <ac:picMk id="7" creationId="{7A31CC0A-9ED6-76CA-82AB-F729B769F635}"/>
          </ac:picMkLst>
        </pc:picChg>
      </pc:sldChg>
      <pc:sldChg chg="addSp delSp modSp add mod">
        <pc:chgData name="Johanna Van Passel" userId="50a5774b-cbdc-4a72-a861-7e955e6bbd23" providerId="ADAL" clId="{08B45B0D-9E44-430D-A445-6AFBA1A1B117}" dt="2026-08-04T21:13:15.508" v="6339" actId="14100"/>
        <pc:sldMkLst>
          <pc:docMk/>
          <pc:sldMk cId="3799106259" sldId="281"/>
        </pc:sldMkLst>
        <pc:spChg chg="mod">
          <ac:chgData name="Johanna Van Passel" userId="50a5774b-cbdc-4a72-a861-7e955e6bbd23" providerId="ADAL" clId="{08B45B0D-9E44-430D-A445-6AFBA1A1B117}" dt="2026-08-04T21:13:15.508" v="6339" actId="14100"/>
          <ac:spMkLst>
            <pc:docMk/>
            <pc:sldMk cId="3799106259" sldId="281"/>
            <ac:spMk id="2" creationId="{697D59CC-742C-2259-97EF-551E2D5CC260}"/>
          </ac:spMkLst>
        </pc:spChg>
        <pc:grpChg chg="add mod">
          <ac:chgData name="Johanna Van Passel" userId="50a5774b-cbdc-4a72-a861-7e955e6bbd23" providerId="ADAL" clId="{08B45B0D-9E44-430D-A445-6AFBA1A1B117}" dt="2026-08-04T21:13:12.504" v="6338" actId="164"/>
          <ac:grpSpMkLst>
            <pc:docMk/>
            <pc:sldMk cId="3799106259" sldId="281"/>
            <ac:grpSpMk id="14" creationId="{F699ED24-EE54-4E10-CD5F-B7B8337E2124}"/>
          </ac:grpSpMkLst>
        </pc:grpChg>
        <pc:picChg chg="add mod modCrop">
          <ac:chgData name="Johanna Van Passel" userId="50a5774b-cbdc-4a72-a861-7e955e6bbd23" providerId="ADAL" clId="{08B45B0D-9E44-430D-A445-6AFBA1A1B117}" dt="2026-08-04T21:13:12.504" v="6338" actId="164"/>
          <ac:picMkLst>
            <pc:docMk/>
            <pc:sldMk cId="3799106259" sldId="281"/>
            <ac:picMk id="6" creationId="{D28A98CD-9E88-CD00-25D1-C054760BE7D9}"/>
          </ac:picMkLst>
        </pc:picChg>
        <pc:picChg chg="add mod modCrop">
          <ac:chgData name="Johanna Van Passel" userId="50a5774b-cbdc-4a72-a861-7e955e6bbd23" providerId="ADAL" clId="{08B45B0D-9E44-430D-A445-6AFBA1A1B117}" dt="2026-08-04T21:13:12.504" v="6338" actId="164"/>
          <ac:picMkLst>
            <pc:docMk/>
            <pc:sldMk cId="3799106259" sldId="281"/>
            <ac:picMk id="9" creationId="{5393C46A-DCFF-5561-7867-CD8FA09C1730}"/>
          </ac:picMkLst>
        </pc:picChg>
        <pc:picChg chg="add mod modCrop">
          <ac:chgData name="Johanna Van Passel" userId="50a5774b-cbdc-4a72-a861-7e955e6bbd23" providerId="ADAL" clId="{08B45B0D-9E44-430D-A445-6AFBA1A1B117}" dt="2026-08-04T21:13:12.504" v="6338" actId="164"/>
          <ac:picMkLst>
            <pc:docMk/>
            <pc:sldMk cId="3799106259" sldId="281"/>
            <ac:picMk id="11" creationId="{B024B773-FEF7-DE25-1AD8-7CCAB4F62126}"/>
          </ac:picMkLst>
        </pc:picChg>
        <pc:picChg chg="add mod modCrop">
          <ac:chgData name="Johanna Van Passel" userId="50a5774b-cbdc-4a72-a861-7e955e6bbd23" providerId="ADAL" clId="{08B45B0D-9E44-430D-A445-6AFBA1A1B117}" dt="2026-08-04T21:13:12.504" v="6338" actId="164"/>
          <ac:picMkLst>
            <pc:docMk/>
            <pc:sldMk cId="3799106259" sldId="281"/>
            <ac:picMk id="13" creationId="{D62C4F4A-0118-A17F-9400-A4AAD356F7DF}"/>
          </ac:picMkLst>
        </pc:picChg>
      </pc:sldChg>
      <pc:sldChg chg="new del">
        <pc:chgData name="Johanna Van Passel" userId="50a5774b-cbdc-4a72-a861-7e955e6bbd23" providerId="ADAL" clId="{08B45B0D-9E44-430D-A445-6AFBA1A1B117}" dt="2026-08-26T15:51:11.285" v="6711" actId="47"/>
        <pc:sldMkLst>
          <pc:docMk/>
          <pc:sldMk cId="350880824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44CBA-36AC-4198-BA6B-2F6C9E588B3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35B91-B3C2-4E15-A413-10AF5FB8CF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76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60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variable is defined using the var keyword followed by the name of the variable. Sometimes it is useful to store multiple values in a single variable, which is possible using a </a:t>
            </a:r>
            <a:r>
              <a:rPr lang="en-GB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 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JavaScript. A new list can be created using square brackets and a comma separating the values. Another way to store multiple values in a single variable is through a dictionary. Dictionaries are useful when we want to refer to an item with its name rather than its position. You can create a dictionary using curly brackets {}. Functions are defined using the </a:t>
            </a:r>
            <a:r>
              <a:rPr lang="en-GB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</a:t>
            </a: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keyword and allow you to group a set of operations together and repeat the same operations with different parameters without having to rewrite them every time.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35B91-B3C2-4E15-A413-10AF5FB8CFC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24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9760-B260-7E0C-FAF5-E9948CF02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49FCA-F7B1-3CCC-5DD3-9C97064B4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7331-5820-AA3A-8DFB-AC61DF8F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6D40E-62EE-88DB-DB25-52618054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D8C6-1A4C-588D-25A8-94486FE8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50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1618-CEC7-52A2-3D87-F920ED8F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A220-EFF4-DDDB-B728-EF57042F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362D-CE12-6605-8113-7BDD65A8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2C1A-F32F-13B3-7254-4D3DD9DA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AFC68-D202-3867-1346-9BE2857C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46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5193-BAFB-AACB-5FB1-6F710C9C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952A2-C300-B236-C396-014349DD9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390D9-C91D-CF09-112E-23C27698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242E9-F67D-E05D-5CB4-77A61C9DC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616D-167C-A2C8-55B0-82B61EF8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60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DF3A-3EB9-CF45-455C-8C467CE8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0E16-DB6F-D6D9-A7E6-108E8B822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5BFB9-855E-EEE8-ECFF-C64BD1D9D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EDAAE-F139-E064-55FE-08D00B31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D344A-13D2-A6E4-1D25-92E9F09D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6A4EA-43F0-4188-F075-F9D3B78F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82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8D2C-0897-4324-338C-C407CF37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BC056-BC57-F590-F2F7-8368C0CF2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B5B8C-E49B-7938-945E-910E8EAE0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DE6B6-5B84-5294-B0E7-489736BD7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1D2F8-1FA5-2A67-68F6-45F133DA1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13FE9-BF14-2E84-B5C8-4A95FDA3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2568C-C490-597C-450E-E0639066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71B26-CBFE-6172-A43E-DAA5F631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36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5B55-4413-36C0-DCB1-F6D87DBC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5BFF0D-5B4E-36EF-CAA9-52EB0293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73BFF-27E6-ACB1-2A6F-A0B8C2E0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69BFD-B08F-A881-21AC-40C971B0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80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59740-93F7-AFEE-B45E-3F6D359A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11F96-DB1A-148F-53D1-EB91AEC7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2A47-1B35-A9BA-F6AB-703AB29F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39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B0A3-0C30-B9CE-BD1E-11DB673CA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202C3-C551-47D5-93DE-DD2225F20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16886-02BB-DD6D-F4DB-1DEC9D84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BB465-9518-4219-9A04-8B61117F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91C2A-CF3B-635E-BA6B-DE469071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14F9E-7B96-3447-8580-D1C142343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15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CAA2-3014-A4BE-2DEF-E7645BE3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BC112-FCE7-BE59-8333-216F74F91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E62F8-77D7-F57F-5C2E-A9CA80E88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9CBA8-F438-DD73-B1D8-2EED37E0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DF862-E399-6EDF-9501-6852BF8B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1D8C3-E7B2-08D2-1407-41432B29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35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CFA1-6DB3-D772-D9E3-AE137CF1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F90AC-4558-6D58-5225-C20B17C61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73078-8695-DB9B-635D-F3FF8AE5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79F8-5EC5-9659-DF90-79F73E873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7BFCB-6CF0-C69D-DE7F-1660E13A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4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AC665-8071-D418-685D-923D48DC2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B5187-1A2C-9718-71F7-E48DE0CDC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9B0A1-19C4-EFBA-E522-7FA580C4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861C3-BD53-E8AB-ECA7-28F0622A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2C747-C272-5D95-298F-2AD91317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3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2101-80DD-F103-1D38-A0E2071DA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3618-99B9-E6F2-829A-E7C96742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8991" y="6356350"/>
            <a:ext cx="718440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Accessing and using spatiotemporal data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E47A-1503-70BD-84DE-68C3F2D6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‹#›</a:t>
            </a:fld>
            <a:endParaRPr lang="en-B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9F526E-E4EE-E2C7-2072-9CC7621273C6}"/>
              </a:ext>
            </a:extLst>
          </p:cNvPr>
          <p:cNvCxnSpPr>
            <a:cxnSpLocks/>
          </p:cNvCxnSpPr>
          <p:nvPr userDrawn="1"/>
        </p:nvCxnSpPr>
        <p:spPr>
          <a:xfrm>
            <a:off x="0" y="1103086"/>
            <a:ext cx="5181600" cy="0"/>
          </a:xfrm>
          <a:prstGeom prst="line">
            <a:avLst/>
          </a:prstGeom>
          <a:ln w="38100">
            <a:solidFill>
              <a:srgbClr val="03CD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57E9A16-DEB8-E94C-4868-2E421FB4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3" y="1"/>
            <a:ext cx="10515600" cy="1103086"/>
          </a:xfrm>
        </p:spPr>
        <p:txBody>
          <a:bodyPr/>
          <a:lstStyle>
            <a:lvl1pPr>
              <a:defRPr>
                <a:solidFill>
                  <a:srgbClr val="03CDAB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pic>
        <p:nvPicPr>
          <p:cNvPr id="16" name="Picture 1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1EEFE0FE-0D8C-8114-D141-7B774B4D8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185" y="5865561"/>
            <a:ext cx="1257427" cy="10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6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7FFAF-C548-8D35-12A1-5D005F743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2AA7F-3B8B-434C-B8E7-2387EF983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9FF3C-091B-A340-AA7A-B473FF171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54B65-80D3-40DE-9B1C-B9EB6D4CD33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52179-0AE7-3D15-944E-8C6EE2E89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B6208-1E1A-2CAE-EAE0-BA7305C4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C848A-8535-4611-8478-8564DD9D4B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7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earthengine.google.com/4fac502a0f98819ecd239e89364d3054" TargetMode="External"/><Relationship Id="rId2" Type="http://schemas.openxmlformats.org/officeDocument/2006/relationships/hyperlink" Target="https://code.earthengine.google.com/d315be9254d73fdc30cf9f5b9a316c92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ode.earthengine.google.com/793d6e358365d05e99eb0380a563485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and yellow shapes&#10;&#10;Description automatically generated">
            <a:extLst>
              <a:ext uri="{FF2B5EF4-FFF2-40B4-BE49-F238E27FC236}">
                <a16:creationId xmlns:a16="http://schemas.microsoft.com/office/drawing/2014/main" id="{D93F1846-A82D-1EEC-FEEF-BBBA6AC7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21" y="-24064"/>
            <a:ext cx="12396544" cy="6971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CEFD1-7132-0F18-189E-49E35FF3BD62}"/>
              </a:ext>
            </a:extLst>
          </p:cNvPr>
          <p:cNvSpPr txBox="1"/>
          <p:nvPr/>
        </p:nvSpPr>
        <p:spPr>
          <a:xfrm>
            <a:off x="653296" y="1687661"/>
            <a:ext cx="86131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Accessing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using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spatiotemporal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data: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climate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satellite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products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GB" sz="28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Class 2 – Practical: extracting climate data from GEE, visualization and statistics in R</a:t>
            </a:r>
            <a:endParaRPr lang="en-BE" sz="28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65B59-3028-3AEA-ECA9-A97AB07A5021}"/>
              </a:ext>
            </a:extLst>
          </p:cNvPr>
          <p:cNvSpPr txBox="1"/>
          <p:nvPr/>
        </p:nvSpPr>
        <p:spPr>
          <a:xfrm>
            <a:off x="2512003" y="4450829"/>
            <a:ext cx="5688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 Van Passel - </a:t>
            </a:r>
            <a:r>
              <a:rPr lang="nl-BE" sz="24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Ghent</a:t>
            </a:r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University</a:t>
            </a:r>
          </a:p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Johanna.vanpassel@ugent.be</a:t>
            </a:r>
            <a:endParaRPr lang="en-BE" sz="24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281DFF7-3693-864B-A67C-96179575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54" y="5461488"/>
            <a:ext cx="1853097" cy="1485974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23CF7B-A099-CB69-A010-ECE854BCC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07" y="535718"/>
            <a:ext cx="3495934" cy="456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E60592-FF58-09B1-3623-65F1D8FFC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96" y="3937053"/>
            <a:ext cx="1620000" cy="1620000"/>
          </a:xfrm>
          <a:prstGeom prst="ellipse">
            <a:avLst/>
          </a:prstGeom>
          <a:ln w="76200">
            <a:solidFill>
              <a:srgbClr val="FFD700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4349-C1A2-F094-4CE6-2FB62FB0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9216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20556-3F13-2C91-5B30-B15940BFC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6180197" cy="5035174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Always declare variable with ‘</a:t>
            </a:r>
            <a:r>
              <a:rPr lang="en-GB" dirty="0">
                <a:solidFill>
                  <a:schemeClr val="accent1"/>
                </a:solidFill>
              </a:rPr>
              <a:t>var</a:t>
            </a:r>
            <a:r>
              <a:rPr lang="en-GB" dirty="0"/>
              <a:t>’ statement</a:t>
            </a:r>
          </a:p>
          <a:p>
            <a:r>
              <a:rPr lang="en-GB" dirty="0"/>
              <a:t>Terminate statements with </a:t>
            </a:r>
            <a:r>
              <a:rPr lang="en-GB" dirty="0">
                <a:solidFill>
                  <a:schemeClr val="accent1"/>
                </a:solidFill>
              </a:rPr>
              <a:t>;</a:t>
            </a:r>
          </a:p>
          <a:p>
            <a:r>
              <a:rPr lang="en-GB" dirty="0"/>
              <a:t>Print output using ‘</a:t>
            </a:r>
            <a:r>
              <a:rPr lang="en-GB" dirty="0">
                <a:solidFill>
                  <a:schemeClr val="accent1"/>
                </a:solidFill>
              </a:rPr>
              <a:t>print()</a:t>
            </a:r>
            <a:r>
              <a:rPr lang="en-GB" dirty="0"/>
              <a:t>’ statement</a:t>
            </a:r>
          </a:p>
          <a:p>
            <a:r>
              <a:rPr lang="en-GB" dirty="0"/>
              <a:t>Lists are defined with </a:t>
            </a:r>
            <a:r>
              <a:rPr lang="en-GB" dirty="0">
                <a:solidFill>
                  <a:schemeClr val="accent1"/>
                </a:solidFill>
              </a:rPr>
              <a:t>[]</a:t>
            </a:r>
          </a:p>
          <a:p>
            <a:r>
              <a:rPr lang="en-GB" dirty="0"/>
              <a:t>Dictionaries are defined with </a:t>
            </a:r>
            <a:r>
              <a:rPr lang="en-GB" dirty="0">
                <a:solidFill>
                  <a:schemeClr val="accent1"/>
                </a:solidFill>
              </a:rPr>
              <a:t>{}</a:t>
            </a:r>
          </a:p>
          <a:p>
            <a:r>
              <a:rPr lang="en-GB" dirty="0"/>
              <a:t>Indexing starts at 0</a:t>
            </a:r>
          </a:p>
          <a:p>
            <a:r>
              <a:rPr lang="en-GB" dirty="0"/>
              <a:t>Functions are defined as follows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b="1" dirty="0">
                <a:solidFill>
                  <a:schemeClr val="accent1"/>
                </a:solidFill>
              </a:rPr>
              <a:t>var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functionName</a:t>
            </a:r>
            <a:r>
              <a:rPr lang="en-GB" dirty="0">
                <a:solidFill>
                  <a:schemeClr val="accent1"/>
                </a:solidFill>
              </a:rPr>
              <a:t> = </a:t>
            </a:r>
            <a:r>
              <a:rPr lang="en-GB" b="1" dirty="0">
                <a:solidFill>
                  <a:schemeClr val="accent1"/>
                </a:solidFill>
              </a:rPr>
              <a:t>function</a:t>
            </a:r>
            <a:r>
              <a:rPr lang="en-GB" dirty="0">
                <a:solidFill>
                  <a:schemeClr val="accent1"/>
                </a:solidFill>
              </a:rPr>
              <a:t>(x){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         </a:t>
            </a:r>
            <a:r>
              <a:rPr lang="en-GB" b="1" dirty="0">
                <a:solidFill>
                  <a:schemeClr val="accent1"/>
                </a:solidFill>
              </a:rPr>
              <a:t>var</a:t>
            </a:r>
            <a:r>
              <a:rPr lang="en-GB" dirty="0">
                <a:solidFill>
                  <a:schemeClr val="accent1"/>
                </a:solidFill>
              </a:rPr>
              <a:t> result = x + 2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         </a:t>
            </a:r>
            <a:r>
              <a:rPr lang="en-GB" b="1" dirty="0">
                <a:solidFill>
                  <a:schemeClr val="accent1"/>
                </a:solidFill>
              </a:rPr>
              <a:t>return</a:t>
            </a:r>
            <a:r>
              <a:rPr lang="en-GB" dirty="0">
                <a:solidFill>
                  <a:schemeClr val="accent1"/>
                </a:solidFill>
              </a:rPr>
              <a:t> result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   };</a:t>
            </a:r>
          </a:p>
          <a:p>
            <a:r>
              <a:rPr lang="en-GB" dirty="0"/>
              <a:t>Comments can be added using </a:t>
            </a:r>
            <a:r>
              <a:rPr lang="en-GB" dirty="0">
                <a:solidFill>
                  <a:schemeClr val="accent1"/>
                </a:solidFill>
              </a:rPr>
              <a:t>//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6688C3-D454-6793-4D3E-7B73DB22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GEE coding: JavaScript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3DBC3-773B-0E5E-767A-7828F02F6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03"/>
          <a:stretch>
            <a:fillRect/>
          </a:stretch>
        </p:blipFill>
        <p:spPr>
          <a:xfrm>
            <a:off x="8133347" y="3773906"/>
            <a:ext cx="2264760" cy="3086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8BA873-50EA-4CEE-D343-5C92B25F4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254" y="907972"/>
            <a:ext cx="4829849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1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F193F4-4B4F-D458-6805-1150EB6B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GEE created specific classes, each with own methods:</a:t>
            </a:r>
          </a:p>
          <a:p>
            <a:pPr lvl="1"/>
            <a:r>
              <a:rPr lang="en-GB" dirty="0" err="1"/>
              <a:t>ee.ImageCollection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ee.Image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ee.Geometry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ee.Number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ee.String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ee.List</a:t>
            </a:r>
            <a:r>
              <a:rPr lang="en-GB" dirty="0"/>
              <a:t>()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8EBE03-4F66-6B26-28D0-55BC26C68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GEE coding: ee Object classes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31BED-2A3F-A462-74C5-360BEDFBA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11" y="109074"/>
            <a:ext cx="1724266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965EBB-5D41-42C0-1888-AC7E9AE75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7880660" cy="4351338"/>
          </a:xfrm>
        </p:spPr>
        <p:txBody>
          <a:bodyPr/>
          <a:lstStyle/>
          <a:p>
            <a:r>
              <a:rPr lang="en-GB" dirty="0" err="1"/>
              <a:t>Rasterlayer</a:t>
            </a:r>
            <a:endParaRPr lang="en-GB" dirty="0"/>
          </a:p>
          <a:p>
            <a:r>
              <a:rPr lang="en-GB" dirty="0"/>
              <a:t>Visualize:</a:t>
            </a:r>
          </a:p>
          <a:p>
            <a:pPr lvl="1"/>
            <a:r>
              <a:rPr lang="en-GB" dirty="0"/>
              <a:t>Use </a:t>
            </a:r>
            <a:r>
              <a:rPr lang="en-GB" dirty="0" err="1">
                <a:solidFill>
                  <a:schemeClr val="accent1"/>
                </a:solidFill>
              </a:rPr>
              <a:t>Map.addLayer</a:t>
            </a:r>
            <a:r>
              <a:rPr lang="en-GB" dirty="0">
                <a:solidFill>
                  <a:schemeClr val="accent1"/>
                </a:solidFill>
              </a:rPr>
              <a:t>(image, </a:t>
            </a:r>
            <a:r>
              <a:rPr lang="en-GB" dirty="0" err="1">
                <a:solidFill>
                  <a:schemeClr val="accent1"/>
                </a:solidFill>
              </a:rPr>
              <a:t>visProperties</a:t>
            </a:r>
            <a:r>
              <a:rPr lang="en-GB" dirty="0">
                <a:solidFill>
                  <a:schemeClr val="accent1"/>
                </a:solidFill>
              </a:rPr>
              <a:t>, </a:t>
            </a:r>
            <a:r>
              <a:rPr lang="en-GB" dirty="0" err="1">
                <a:solidFill>
                  <a:schemeClr val="accent1"/>
                </a:solidFill>
              </a:rPr>
              <a:t>layerName</a:t>
            </a:r>
            <a:r>
              <a:rPr lang="en-GB" dirty="0">
                <a:solidFill>
                  <a:schemeClr val="accent1"/>
                </a:solidFill>
              </a:rPr>
              <a:t>);</a:t>
            </a:r>
          </a:p>
          <a:p>
            <a:pPr lvl="1"/>
            <a:r>
              <a:rPr lang="en-GB" dirty="0" err="1"/>
              <a:t>visProperties</a:t>
            </a:r>
            <a:r>
              <a:rPr lang="en-GB" dirty="0"/>
              <a:t>: dictionary {} with different keys such as bands, min and max values, colour palette</a:t>
            </a:r>
          </a:p>
          <a:p>
            <a:r>
              <a:rPr lang="en-GB" dirty="0"/>
              <a:t>Apply methods:</a:t>
            </a:r>
          </a:p>
          <a:p>
            <a:pPr lvl="1"/>
            <a:r>
              <a:rPr lang="en-GB" dirty="0"/>
              <a:t>Mathematical operations: </a:t>
            </a:r>
            <a:r>
              <a:rPr lang="en-GB" dirty="0">
                <a:solidFill>
                  <a:schemeClr val="accent1"/>
                </a:solidFill>
              </a:rPr>
              <a:t>.add()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.subtract()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.multiply 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.divide()</a:t>
            </a:r>
            <a:r>
              <a:rPr lang="en-GB" dirty="0"/>
              <a:t>, …</a:t>
            </a:r>
          </a:p>
          <a:p>
            <a:pPr lvl="1"/>
            <a:r>
              <a:rPr lang="en-GB" dirty="0"/>
              <a:t>Logical operations: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gt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gte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eq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lt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lte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GB" dirty="0"/>
              <a:t>Other: </a:t>
            </a:r>
            <a:r>
              <a:rPr lang="en-GB" dirty="0">
                <a:solidFill>
                  <a:schemeClr val="accent1"/>
                </a:solidFill>
              </a:rPr>
              <a:t>.clip()</a:t>
            </a:r>
            <a:r>
              <a:rPr lang="en-GB" dirty="0"/>
              <a:t>, 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48DBC2-EECD-8EF6-3BC6-3EE3B57E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ee.Image</a:t>
            </a:r>
            <a:r>
              <a:rPr lang="en-GB" dirty="0"/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29164-362C-8C32-00C0-48FD23AC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737"/>
          <a:stretch>
            <a:fillRect/>
          </a:stretch>
        </p:blipFill>
        <p:spPr>
          <a:xfrm>
            <a:off x="8698157" y="4909247"/>
            <a:ext cx="3345627" cy="1629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464AE0-7668-1E56-5ADD-35127A603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157" y="2867667"/>
            <a:ext cx="3345628" cy="1702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BC3927-EED9-750C-2B53-59A45B14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646"/>
          <a:stretch>
            <a:fillRect/>
          </a:stretch>
        </p:blipFill>
        <p:spPr>
          <a:xfrm>
            <a:off x="1497469" y="5357969"/>
            <a:ext cx="6630325" cy="100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2B01E8-92CF-9C7F-422E-CD320727E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7190850" cy="4351338"/>
          </a:xfrm>
        </p:spPr>
        <p:txBody>
          <a:bodyPr/>
          <a:lstStyle/>
          <a:p>
            <a:r>
              <a:rPr lang="en-GB" dirty="0"/>
              <a:t>Similar to </a:t>
            </a:r>
            <a:r>
              <a:rPr lang="en-GB" dirty="0" err="1"/>
              <a:t>rasterstack</a:t>
            </a:r>
            <a:r>
              <a:rPr lang="en-GB" dirty="0"/>
              <a:t>, officially list of images</a:t>
            </a:r>
          </a:p>
          <a:p>
            <a:r>
              <a:rPr lang="en-GB" dirty="0"/>
              <a:t>Use search bar to find image collections</a:t>
            </a:r>
          </a:p>
          <a:p>
            <a:r>
              <a:rPr lang="en-GB" dirty="0"/>
              <a:t>Filter on:</a:t>
            </a:r>
          </a:p>
          <a:p>
            <a:pPr lvl="1"/>
            <a:r>
              <a:rPr lang="en-GB" dirty="0"/>
              <a:t>Date: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filterDate</a:t>
            </a:r>
            <a:r>
              <a:rPr lang="en-GB" dirty="0">
                <a:solidFill>
                  <a:schemeClr val="accent1"/>
                </a:solidFill>
              </a:rPr>
              <a:t>(</a:t>
            </a:r>
            <a:r>
              <a:rPr lang="en-GB" dirty="0" err="1">
                <a:solidFill>
                  <a:schemeClr val="accent1"/>
                </a:solidFill>
              </a:rPr>
              <a:t>startdate</a:t>
            </a:r>
            <a:r>
              <a:rPr lang="en-GB" dirty="0">
                <a:solidFill>
                  <a:schemeClr val="accent1"/>
                </a:solidFill>
              </a:rPr>
              <a:t>, </a:t>
            </a:r>
            <a:r>
              <a:rPr lang="en-GB" dirty="0" err="1">
                <a:solidFill>
                  <a:schemeClr val="accent1"/>
                </a:solidFill>
              </a:rPr>
              <a:t>enddate</a:t>
            </a:r>
            <a:r>
              <a:rPr lang="en-GB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GB" dirty="0"/>
              <a:t>Area: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filterBounds</a:t>
            </a:r>
            <a:r>
              <a:rPr lang="en-GB" dirty="0">
                <a:solidFill>
                  <a:schemeClr val="accent1"/>
                </a:solidFill>
              </a:rPr>
              <a:t>(geometry)</a:t>
            </a:r>
          </a:p>
          <a:p>
            <a:pPr lvl="1"/>
            <a:r>
              <a:rPr lang="en-GB" dirty="0"/>
              <a:t>Other:  </a:t>
            </a:r>
            <a:r>
              <a:rPr lang="en-GB" dirty="0">
                <a:solidFill>
                  <a:schemeClr val="accent1"/>
                </a:solidFill>
              </a:rPr>
              <a:t>.filter(</a:t>
            </a:r>
            <a:r>
              <a:rPr lang="en-GB" dirty="0" err="1">
                <a:solidFill>
                  <a:schemeClr val="accent1"/>
                </a:solidFill>
              </a:rPr>
              <a:t>ee.Filter.eq</a:t>
            </a:r>
            <a:r>
              <a:rPr lang="en-GB" dirty="0">
                <a:solidFill>
                  <a:schemeClr val="accent1"/>
                </a:solidFill>
              </a:rPr>
              <a:t>(</a:t>
            </a:r>
            <a:r>
              <a:rPr lang="en-GB" dirty="0" err="1">
                <a:solidFill>
                  <a:schemeClr val="accent1"/>
                </a:solidFill>
              </a:rPr>
              <a:t>propName</a:t>
            </a:r>
            <a:r>
              <a:rPr lang="en-GB" dirty="0">
                <a:solidFill>
                  <a:schemeClr val="accent1"/>
                </a:solidFill>
              </a:rPr>
              <a:t>, </a:t>
            </a:r>
            <a:r>
              <a:rPr lang="en-GB" dirty="0" err="1">
                <a:solidFill>
                  <a:schemeClr val="accent1"/>
                </a:solidFill>
              </a:rPr>
              <a:t>propValue</a:t>
            </a:r>
            <a:r>
              <a:rPr lang="en-GB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7A1D83-5CA0-AA92-4347-20848CB65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GB" dirty="0" err="1"/>
              <a:t>ee.ImageCollection</a:t>
            </a:r>
            <a:r>
              <a:rPr lang="en-GB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72AAC-262E-0CAD-FD32-8BB38B2F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295" y="50742"/>
            <a:ext cx="4073082" cy="40569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0D2760-462F-D45B-39AE-B98C090FEBC8}"/>
              </a:ext>
            </a:extLst>
          </p:cNvPr>
          <p:cNvSpPr/>
          <p:nvPr/>
        </p:nvSpPr>
        <p:spPr>
          <a:xfrm>
            <a:off x="7972925" y="3545306"/>
            <a:ext cx="2245895" cy="613160"/>
          </a:xfrm>
          <a:prstGeom prst="rect">
            <a:avLst/>
          </a:prstGeom>
          <a:noFill/>
          <a:ln w="28575">
            <a:solidFill>
              <a:srgbClr val="03CD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D7A289-FD0D-0ED7-AF4A-7A89FDAD1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29" y="4441712"/>
            <a:ext cx="6525536" cy="80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6907DD-5E37-657E-2527-3685694ADD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885"/>
          <a:stretch>
            <a:fillRect/>
          </a:stretch>
        </p:blipFill>
        <p:spPr>
          <a:xfrm>
            <a:off x="7344311" y="4441712"/>
            <a:ext cx="4744112" cy="232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880D54-9C59-2A52-8A1E-6807BA093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624" y="1430210"/>
            <a:ext cx="5331094" cy="4681832"/>
          </a:xfrm>
        </p:spPr>
        <p:txBody>
          <a:bodyPr>
            <a:normAutofit/>
          </a:bodyPr>
          <a:lstStyle/>
          <a:p>
            <a:r>
              <a:rPr lang="en-GB" dirty="0"/>
              <a:t>Images can consist of multiple bands: </a:t>
            </a:r>
            <a:r>
              <a:rPr lang="en-GB" dirty="0">
                <a:solidFill>
                  <a:schemeClr val="accent1"/>
                </a:solidFill>
              </a:rPr>
              <a:t>.select()</a:t>
            </a:r>
          </a:p>
          <a:p>
            <a:r>
              <a:rPr lang="en-GB" dirty="0"/>
              <a:t>GEE bands can have a scale and offset for memory reasons, necessary to recalculate: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4C67D8-2C67-6C3D-6454-BE26D884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ee.ImageCollection</a:t>
            </a:r>
            <a:r>
              <a:rPr lang="en-GB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E9329-8862-DCBD-8BA3-3A66BED1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17" y="253001"/>
            <a:ext cx="6424946" cy="25864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7533A3-2657-4483-9AEF-261927C17478}"/>
              </a:ext>
            </a:extLst>
          </p:cNvPr>
          <p:cNvSpPr/>
          <p:nvPr/>
        </p:nvSpPr>
        <p:spPr>
          <a:xfrm>
            <a:off x="8357937" y="887423"/>
            <a:ext cx="754006" cy="2061026"/>
          </a:xfrm>
          <a:prstGeom prst="rect">
            <a:avLst/>
          </a:prstGeom>
          <a:noFill/>
          <a:ln w="28575">
            <a:solidFill>
              <a:srgbClr val="03CD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4DE29-FAE7-5611-F6AD-030A4AE5A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467" y="4628427"/>
            <a:ext cx="4815795" cy="1810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CA4AC8-3BD8-8E4A-4482-C3679FBAD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04" y="4375838"/>
            <a:ext cx="4191585" cy="2229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7E247C-84CA-AB67-7128-F74B0E13A1B1}"/>
              </a:ext>
            </a:extLst>
          </p:cNvPr>
          <p:cNvSpPr txBox="1"/>
          <p:nvPr/>
        </p:nvSpPr>
        <p:spPr>
          <a:xfrm>
            <a:off x="562805" y="3472330"/>
            <a:ext cx="7882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1"/>
                </a:solidFill>
              </a:rPr>
              <a:t>var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 err="1">
                <a:solidFill>
                  <a:schemeClr val="accent1"/>
                </a:solidFill>
              </a:rPr>
              <a:t>imageNew</a:t>
            </a:r>
            <a:r>
              <a:rPr lang="en-GB" sz="2800" dirty="0">
                <a:solidFill>
                  <a:schemeClr val="accent1"/>
                </a:solidFill>
              </a:rPr>
              <a:t> = </a:t>
            </a:r>
            <a:r>
              <a:rPr lang="en-GB" sz="2800" dirty="0" err="1">
                <a:solidFill>
                  <a:schemeClr val="accent1"/>
                </a:solidFill>
              </a:rPr>
              <a:t>image.multiply</a:t>
            </a:r>
            <a:r>
              <a:rPr lang="en-GB" sz="2800" dirty="0">
                <a:solidFill>
                  <a:schemeClr val="accent1"/>
                </a:solidFill>
              </a:rPr>
              <a:t>(scale).add(offset)</a:t>
            </a:r>
          </a:p>
        </p:txBody>
      </p:sp>
    </p:spTree>
    <p:extLst>
      <p:ext uri="{BB962C8B-B14F-4D97-AF65-F5344CB8AC3E}">
        <p14:creationId xmlns:p14="http://schemas.microsoft.com/office/powerpoint/2010/main" val="326755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EB316-AA71-84C1-5075-126DFBB6E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Apply methods:</a:t>
            </a:r>
          </a:p>
          <a:p>
            <a:pPr lvl="1"/>
            <a:r>
              <a:rPr lang="en-GB" dirty="0"/>
              <a:t>Retrieve geometric shape (footprint) of a collection: </a:t>
            </a:r>
            <a:r>
              <a:rPr lang="en-GB" dirty="0">
                <a:solidFill>
                  <a:schemeClr val="accent1"/>
                </a:solidFill>
              </a:rPr>
              <a:t>.geometry()</a:t>
            </a:r>
          </a:p>
          <a:p>
            <a:pPr lvl="1"/>
            <a:r>
              <a:rPr lang="en-GB" dirty="0"/>
              <a:t>Merge collection with other collection: </a:t>
            </a:r>
            <a:r>
              <a:rPr lang="en-GB" dirty="0">
                <a:solidFill>
                  <a:schemeClr val="accent1"/>
                </a:solidFill>
              </a:rPr>
              <a:t>.merge(collection2)</a:t>
            </a:r>
          </a:p>
          <a:p>
            <a:pPr lvl="1"/>
            <a:r>
              <a:rPr lang="en-GB" dirty="0"/>
              <a:t>Mosaic different images of a collection into 1 image: </a:t>
            </a:r>
            <a:r>
              <a:rPr lang="en-GB" dirty="0">
                <a:solidFill>
                  <a:schemeClr val="accent1"/>
                </a:solidFill>
              </a:rPr>
              <a:t>.mosaic()</a:t>
            </a:r>
          </a:p>
          <a:p>
            <a:pPr lvl="1"/>
            <a:r>
              <a:rPr lang="en-GB" dirty="0"/>
              <a:t>Get the minimal value of a property over all elements: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aggregate_min</a:t>
            </a:r>
            <a:r>
              <a:rPr lang="en-GB" dirty="0">
                <a:solidFill>
                  <a:schemeClr val="accent1"/>
                </a:solidFill>
              </a:rPr>
              <a:t>(property)</a:t>
            </a:r>
          </a:p>
          <a:p>
            <a:pPr lvl="1"/>
            <a:r>
              <a:rPr lang="en-GB" dirty="0"/>
              <a:t>Get the first image of the collection: </a:t>
            </a:r>
            <a:r>
              <a:rPr lang="en-GB" dirty="0">
                <a:solidFill>
                  <a:schemeClr val="accent1"/>
                </a:solidFill>
              </a:rPr>
              <a:t>.first()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ECA451-7B27-30B9-C4CE-B3C95447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ee.ImageCollection</a:t>
            </a:r>
            <a:r>
              <a:rPr lang="en-GB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2301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6E2CA-7046-9DED-F8AC-9A9446BE3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8" y="1253331"/>
            <a:ext cx="10515599" cy="4351338"/>
          </a:xfrm>
        </p:spPr>
        <p:txBody>
          <a:bodyPr/>
          <a:lstStyle/>
          <a:p>
            <a:r>
              <a:rPr lang="en-GB" dirty="0"/>
              <a:t>Option 1: upload a shapefile through ‘Assets’ and import feature to script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9F9DA7-0FAC-3E7C-8CF1-8FCAC8B8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Retrieving the shape of a country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34E9F-CD58-E943-222C-09176208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6" y="2466474"/>
            <a:ext cx="3248478" cy="3419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BED36-3F8D-E1A7-5D8B-A2E69B7FA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006" y="1820764"/>
            <a:ext cx="3248478" cy="5037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5824D6-57E5-2417-42FF-D214BC32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26" y="3019001"/>
            <a:ext cx="4067743" cy="2314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593A6-EEA0-0C77-E8E5-9FCCF7EE1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669" y="5754913"/>
            <a:ext cx="394390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4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5BB599-301E-BC53-297E-B0C24D30F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Option 2: through an Earth Engine collection “LSIB 2017”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528D40-7691-7BBD-41C3-C5909909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Retrieving the shape of a country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7D9B0-7A6D-7BCF-9563-A5B8D8CC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" y="1915427"/>
            <a:ext cx="7350508" cy="3027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A66216-FE19-1699-1B9A-05A88D641195}"/>
              </a:ext>
            </a:extLst>
          </p:cNvPr>
          <p:cNvSpPr txBox="1"/>
          <p:nvPr/>
        </p:nvSpPr>
        <p:spPr>
          <a:xfrm>
            <a:off x="6392439" y="3428999"/>
            <a:ext cx="554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solidFill>
                  <a:schemeClr val="accent1"/>
                </a:solidFill>
              </a:rPr>
              <a:t>ee.Feature</a:t>
            </a:r>
            <a:r>
              <a:rPr lang="en-GB" sz="2400" dirty="0">
                <a:solidFill>
                  <a:schemeClr val="accent1"/>
                </a:solidFill>
              </a:rPr>
              <a:t>()</a:t>
            </a:r>
            <a:r>
              <a:rPr lang="en-GB" sz="2400" dirty="0"/>
              <a:t>: vector file</a:t>
            </a:r>
          </a:p>
          <a:p>
            <a:r>
              <a:rPr lang="en-GB" sz="2400" dirty="0" err="1">
                <a:solidFill>
                  <a:schemeClr val="accent1"/>
                </a:solidFill>
              </a:rPr>
              <a:t>ee.FeatureCollection</a:t>
            </a:r>
            <a:r>
              <a:rPr lang="en-GB" sz="2400" dirty="0">
                <a:solidFill>
                  <a:schemeClr val="accent1"/>
                </a:solidFill>
              </a:rPr>
              <a:t>()</a:t>
            </a:r>
            <a:r>
              <a:rPr lang="en-GB" sz="2400" dirty="0"/>
              <a:t>: list of vector files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09296-1C76-3CB8-FC9F-6725AB8DB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899" y="5076686"/>
            <a:ext cx="9015733" cy="13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93D470-6BD3-2B3D-6CEC-8C9607B47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Option 3: by manually drawing a polygon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400C2-B2A5-D537-DCFA-B391B427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Retrieving the shape of a country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BBD71-AA48-C291-5A25-09CF8962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" y="2013704"/>
            <a:ext cx="4187882" cy="1415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68364-8DD9-0E40-BB7D-A3B510D62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8" y="3520236"/>
            <a:ext cx="4591691" cy="31722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684A1E-B8FB-1364-F0E6-6C1C7F0F56DD}"/>
              </a:ext>
            </a:extLst>
          </p:cNvPr>
          <p:cNvCxnSpPr/>
          <p:nvPr/>
        </p:nvCxnSpPr>
        <p:spPr>
          <a:xfrm>
            <a:off x="3561348" y="3015916"/>
            <a:ext cx="0" cy="504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C79520A-B316-D2D6-8B92-414B8369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815" y="2241838"/>
            <a:ext cx="7122967" cy="2374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E22BF4-2B5D-30B8-F6CD-2E72016BA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606" y="4914520"/>
            <a:ext cx="5449523" cy="94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7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830938-5444-EBB8-56B5-62D9D53D0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Reducing = calculating statistics of image collections, images, feature collections, features, lists</a:t>
            </a:r>
          </a:p>
          <a:p>
            <a:r>
              <a:rPr lang="en-GB" dirty="0"/>
              <a:t>Different statistics possible using </a:t>
            </a:r>
            <a:r>
              <a:rPr lang="en-GB" dirty="0">
                <a:solidFill>
                  <a:schemeClr val="accent1"/>
                </a:solidFill>
              </a:rPr>
              <a:t>.reduce()</a:t>
            </a:r>
            <a:r>
              <a:rPr lang="en-GB" dirty="0"/>
              <a:t>: </a:t>
            </a:r>
            <a:r>
              <a:rPr lang="en-GB" dirty="0" err="1">
                <a:solidFill>
                  <a:schemeClr val="accent1"/>
                </a:solidFill>
              </a:rPr>
              <a:t>ee.Reducer.sum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 err="1">
                <a:solidFill>
                  <a:schemeClr val="accent1"/>
                </a:solidFill>
              </a:rPr>
              <a:t>ee.Reducer.min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</a:t>
            </a:r>
            <a:r>
              <a:rPr lang="en-GB" dirty="0" err="1">
                <a:solidFill>
                  <a:schemeClr val="accent1"/>
                </a:solidFill>
              </a:rPr>
              <a:t>ee.Reducer.max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</a:t>
            </a:r>
            <a:r>
              <a:rPr lang="en-GB" dirty="0">
                <a:solidFill>
                  <a:schemeClr val="accent1"/>
                </a:solidFill>
              </a:rPr>
              <a:t> </a:t>
            </a:r>
            <a:r>
              <a:rPr lang="en-GB" dirty="0" err="1">
                <a:solidFill>
                  <a:schemeClr val="accent1"/>
                </a:solidFill>
              </a:rPr>
              <a:t>ee.Reducer.variance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, …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A6B3C9-806C-65EE-5204-32D8D35C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ee.Reducer</a:t>
            </a:r>
            <a:r>
              <a:rPr lang="en-GB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FE618-3DB3-2608-1795-BC8D8AAF0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" y="3344779"/>
            <a:ext cx="7126104" cy="874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E63E6-45F7-F9A6-057E-5FC0A05AF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938" y="3286557"/>
            <a:ext cx="319132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27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952D30-055A-F413-AAAF-F289A9B8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Monthly mean precipitation</a:t>
            </a:r>
          </a:p>
          <a:p>
            <a:r>
              <a:rPr lang="en-GB" dirty="0"/>
              <a:t>Resulting </a:t>
            </a:r>
            <a:r>
              <a:rPr lang="en-GB" dirty="0" err="1"/>
              <a:t>rasterstack</a:t>
            </a:r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A7CB46-34B6-025B-C07F-E92197C1F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climate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A90E8-47D1-784A-C3C6-06E82DCED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4435"/>
            <a:ext cx="12192000" cy="3032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20E29F-932B-44FA-5268-4896C409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16423" y="342980"/>
            <a:ext cx="4867954" cy="2229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EE4E34-CB45-5968-1F8F-972D1AF49030}"/>
              </a:ext>
            </a:extLst>
          </p:cNvPr>
          <p:cNvSpPr txBox="1"/>
          <p:nvPr/>
        </p:nvSpPr>
        <p:spPr>
          <a:xfrm>
            <a:off x="9667041" y="415678"/>
            <a:ext cx="19291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January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1DC73-7FA6-FC53-8808-45300EE34952}"/>
              </a:ext>
            </a:extLst>
          </p:cNvPr>
          <p:cNvSpPr txBox="1"/>
          <p:nvPr/>
        </p:nvSpPr>
        <p:spPr>
          <a:xfrm>
            <a:off x="9667041" y="731195"/>
            <a:ext cx="19291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January 2021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FBC89-9858-53C9-2A60-C75E6CC4E90D}"/>
              </a:ext>
            </a:extLst>
          </p:cNvPr>
          <p:cNvSpPr txBox="1"/>
          <p:nvPr/>
        </p:nvSpPr>
        <p:spPr>
          <a:xfrm>
            <a:off x="9667040" y="1253331"/>
            <a:ext cx="19291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January 2024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E721E-1E22-634F-6E25-45D81F7C579C}"/>
              </a:ext>
            </a:extLst>
          </p:cNvPr>
          <p:cNvSpPr txBox="1"/>
          <p:nvPr/>
        </p:nvSpPr>
        <p:spPr>
          <a:xfrm>
            <a:off x="9584477" y="2175903"/>
            <a:ext cx="260752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Mean precipitation January 2020-2024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9A5E6-51D7-2AF3-4E01-C6F61F6511CA}"/>
              </a:ext>
            </a:extLst>
          </p:cNvPr>
          <p:cNvSpPr txBox="1"/>
          <p:nvPr/>
        </p:nvSpPr>
        <p:spPr>
          <a:xfrm>
            <a:off x="8211427" y="1628086"/>
            <a:ext cx="7537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b="1" dirty="0">
                <a:sym typeface="Wingdings" panose="05000000000000000000" pitchFamily="2" charset="2"/>
              </a:rPr>
              <a:t> </a:t>
            </a:r>
            <a:r>
              <a:rPr lang="en-GB" sz="1200" b="1" dirty="0"/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218241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2FC816-8DB7-F7D6-3998-6812766E1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Total annual precipitation</a:t>
            </a:r>
          </a:p>
          <a:p>
            <a:r>
              <a:rPr lang="en-GB" dirty="0"/>
              <a:t>Resulting </a:t>
            </a:r>
            <a:r>
              <a:rPr lang="en-GB" dirty="0" err="1"/>
              <a:t>rasterstack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70832C-47E8-2B9E-4A61-2F9C76AE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climate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C66FE-D7DC-0708-9E36-BA6CA39E9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2385"/>
            <a:ext cx="12192000" cy="3236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2087A-D4B9-AD92-FA32-A06A211D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16423" y="342980"/>
            <a:ext cx="4867954" cy="22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437F8C-E231-FB64-923C-25EBDBCFE802}"/>
              </a:ext>
            </a:extLst>
          </p:cNvPr>
          <p:cNvSpPr txBox="1"/>
          <p:nvPr/>
        </p:nvSpPr>
        <p:spPr>
          <a:xfrm>
            <a:off x="9667041" y="415678"/>
            <a:ext cx="19291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January 2020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CB52A-F766-CDE7-B45D-C3356B714EA9}"/>
              </a:ext>
            </a:extLst>
          </p:cNvPr>
          <p:cNvSpPr txBox="1"/>
          <p:nvPr/>
        </p:nvSpPr>
        <p:spPr>
          <a:xfrm>
            <a:off x="9667041" y="731195"/>
            <a:ext cx="200843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February 2020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30AC4-BAEF-95FC-4406-C8F24855ACA2}"/>
              </a:ext>
            </a:extLst>
          </p:cNvPr>
          <p:cNvSpPr txBox="1"/>
          <p:nvPr/>
        </p:nvSpPr>
        <p:spPr>
          <a:xfrm>
            <a:off x="9667040" y="1253331"/>
            <a:ext cx="212026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/>
              <a:t>precipitation December 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76F2A-12A5-1825-99A1-49427166E223}"/>
              </a:ext>
            </a:extLst>
          </p:cNvPr>
          <p:cNvSpPr txBox="1"/>
          <p:nvPr/>
        </p:nvSpPr>
        <p:spPr>
          <a:xfrm>
            <a:off x="9584477" y="2175902"/>
            <a:ext cx="229332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Total annual precipitation 2020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5E0AE-A172-6911-CC16-59DB7CEA3D4F}"/>
              </a:ext>
            </a:extLst>
          </p:cNvPr>
          <p:cNvSpPr txBox="1"/>
          <p:nvPr/>
        </p:nvSpPr>
        <p:spPr>
          <a:xfrm>
            <a:off x="8211427" y="1628086"/>
            <a:ext cx="68480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b="1" dirty="0">
                <a:sym typeface="Wingdings" panose="05000000000000000000" pitchFamily="2" charset="2"/>
              </a:rPr>
              <a:t> </a:t>
            </a:r>
            <a:r>
              <a:rPr lang="en-GB" sz="1200" b="1" dirty="0"/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999237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DF9299-4C24-750E-4207-EC85DB86B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5014560" cy="4351338"/>
          </a:xfrm>
        </p:spPr>
        <p:txBody>
          <a:bodyPr/>
          <a:lstStyle/>
          <a:p>
            <a:r>
              <a:rPr lang="en-GB" dirty="0"/>
              <a:t>Monthly precipitation per location</a:t>
            </a:r>
          </a:p>
          <a:p>
            <a:r>
              <a:rPr lang="en-GB" dirty="0"/>
              <a:t>Resulting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7F47A0-7534-84C9-AC5D-1DF1F56B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climate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6B6A9-27B1-AE55-8F4C-D8F79D24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4196" y="415014"/>
            <a:ext cx="2419688" cy="1676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1540C8-BB4C-7577-C535-DA1FCDAE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574" y="223931"/>
            <a:ext cx="3860732" cy="9393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D41E2-BD39-6FBD-F7E2-E4FCADD9E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89" y="1313551"/>
            <a:ext cx="3982006" cy="10955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385142-6A61-F816-5F89-A562CFC38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9653" y="2619543"/>
            <a:ext cx="8452693" cy="423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5F8904-58EF-AA34-9CB0-C0AB684A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4319313" cy="4351338"/>
          </a:xfrm>
        </p:spPr>
        <p:txBody>
          <a:bodyPr/>
          <a:lstStyle/>
          <a:p>
            <a:r>
              <a:rPr lang="en-GB" dirty="0"/>
              <a:t>ERA5 Monthly Aggregates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E2AC71-0177-D6DE-E100-EE9F852F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climate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B196F-073C-66A4-93A4-52E313658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695" y="2024257"/>
            <a:ext cx="2276793" cy="3010320"/>
          </a:xfrm>
          <a:prstGeom prst="rect">
            <a:avLst/>
          </a:prstGeom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E963332-0245-D343-343D-0AFA60B1626A}"/>
              </a:ext>
            </a:extLst>
          </p:cNvPr>
          <p:cNvSpPr txBox="1">
            <a:spLocks/>
          </p:cNvSpPr>
          <p:nvPr/>
        </p:nvSpPr>
        <p:spPr>
          <a:xfrm>
            <a:off x="5644446" y="343957"/>
            <a:ext cx="53329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WorldClim</a:t>
            </a:r>
            <a:r>
              <a:rPr lang="en-GB" dirty="0"/>
              <a:t> BIO Variables V1</a:t>
            </a:r>
            <a:br>
              <a:rPr lang="en-GB" dirty="0"/>
            </a:b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AEBB69-32B1-9E38-586F-FC448C584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6" y="2519626"/>
            <a:ext cx="2562583" cy="2019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31058D-C909-6011-7CBE-1CE7C4237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683" y="2604972"/>
            <a:ext cx="2610214" cy="1648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018DC6-BBE2-B230-89D0-CF826858F2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452" t="16085"/>
          <a:stretch>
            <a:fillRect/>
          </a:stretch>
        </p:blipFill>
        <p:spPr>
          <a:xfrm>
            <a:off x="8439981" y="946485"/>
            <a:ext cx="3431886" cy="581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02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291488-6118-59B8-64B4-5069ACAF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Exporting possible to:</a:t>
            </a:r>
          </a:p>
          <a:p>
            <a:pPr lvl="1"/>
            <a:r>
              <a:rPr lang="en-GB" dirty="0"/>
              <a:t>Google Drive: to save result locally</a:t>
            </a:r>
          </a:p>
          <a:p>
            <a:pPr lvl="1"/>
            <a:r>
              <a:rPr lang="en-GB" dirty="0"/>
              <a:t>Assets: access through GEE interface, easy to reuse result in other scripts</a:t>
            </a:r>
          </a:p>
          <a:p>
            <a:r>
              <a:rPr lang="en-GB" dirty="0"/>
              <a:t>Apply on:</a:t>
            </a:r>
          </a:p>
          <a:p>
            <a:pPr lvl="1"/>
            <a:r>
              <a:rPr lang="en-GB" dirty="0"/>
              <a:t>Images : </a:t>
            </a:r>
            <a:r>
              <a:rPr lang="en-GB" dirty="0" err="1">
                <a:solidFill>
                  <a:schemeClr val="accent1"/>
                </a:solidFill>
              </a:rPr>
              <a:t>Export.image.toDrive</a:t>
            </a:r>
            <a:r>
              <a:rPr lang="en-GB" dirty="0">
                <a:solidFill>
                  <a:schemeClr val="accent1"/>
                </a:solidFill>
              </a:rPr>
              <a:t>()</a:t>
            </a:r>
            <a:r>
              <a:rPr lang="en-GB" dirty="0"/>
              <a:t> or </a:t>
            </a:r>
            <a:r>
              <a:rPr lang="en-GB" dirty="0" err="1">
                <a:solidFill>
                  <a:schemeClr val="accent1"/>
                </a:solidFill>
              </a:rPr>
              <a:t>Export.image.toAsset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GB" dirty="0"/>
              <a:t>Same for </a:t>
            </a:r>
            <a:r>
              <a:rPr lang="en-GB" dirty="0" err="1"/>
              <a:t>imageCollections</a:t>
            </a:r>
            <a:r>
              <a:rPr lang="en-GB" dirty="0"/>
              <a:t>, but they should first be converted to a multiband </a:t>
            </a:r>
            <a:r>
              <a:rPr lang="en-GB" dirty="0" err="1"/>
              <a:t>rasterstack</a:t>
            </a:r>
            <a:r>
              <a:rPr lang="en-GB" dirty="0"/>
              <a:t> using </a:t>
            </a:r>
            <a:r>
              <a:rPr lang="en-GB" dirty="0">
                <a:solidFill>
                  <a:schemeClr val="accent1"/>
                </a:solidFill>
              </a:rPr>
              <a:t>.</a:t>
            </a:r>
            <a:r>
              <a:rPr lang="en-GB" dirty="0" err="1">
                <a:solidFill>
                  <a:schemeClr val="accent1"/>
                </a:solidFill>
              </a:rPr>
              <a:t>toBands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GB" dirty="0"/>
              <a:t>Feature collections: </a:t>
            </a:r>
            <a:r>
              <a:rPr lang="en-GB" dirty="0" err="1">
                <a:solidFill>
                  <a:schemeClr val="accent1"/>
                </a:solidFill>
              </a:rPr>
              <a:t>Export.table.toDrive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909299-0A77-F6CE-D740-CED45AED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Export climate data</a:t>
            </a:r>
          </a:p>
        </p:txBody>
      </p:sp>
    </p:spTree>
    <p:extLst>
      <p:ext uri="{BB962C8B-B14F-4D97-AF65-F5344CB8AC3E}">
        <p14:creationId xmlns:p14="http://schemas.microsoft.com/office/powerpoint/2010/main" val="1669535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1EC1A6-BF1A-BBE0-9D5E-3F1CE1D8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Export climate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EE6DF8-3700-4B47-82DC-C0F71C1D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23" y="1294944"/>
            <a:ext cx="9144000" cy="556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72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CA960-7073-2EDD-DBB2-1649A9D0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8" y="1433233"/>
            <a:ext cx="5723528" cy="2172230"/>
          </a:xfrm>
        </p:spPr>
        <p:txBody>
          <a:bodyPr>
            <a:normAutofit/>
          </a:bodyPr>
          <a:lstStyle/>
          <a:p>
            <a:r>
              <a:rPr lang="en-GB" sz="2000" dirty="0"/>
              <a:t>Once submitted, you can close GEE and it will keep running in the cloud</a:t>
            </a:r>
          </a:p>
          <a:p>
            <a:r>
              <a:rPr lang="en-GB" sz="2000" dirty="0"/>
              <a:t>When unsuccessful, GEE will give an error message where it went wrong</a:t>
            </a:r>
          </a:p>
          <a:p>
            <a:r>
              <a:rPr lang="en-GB" sz="2000" dirty="0"/>
              <a:t>Successful documents on Google Drive, to download locally</a:t>
            </a:r>
          </a:p>
          <a:p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4ABEE4-5F4B-4853-5365-510D45AB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Export climate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6AD98-24D1-7D77-3BAE-C3334731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42" y="207785"/>
            <a:ext cx="6022535" cy="1998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50300F-5890-73C2-8940-CC8BE499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842" y="2263672"/>
            <a:ext cx="6324094" cy="1066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EC4F01-8DD5-79A8-D373-3B9D66D91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906" y="3429000"/>
            <a:ext cx="6324094" cy="1091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F3F4F-A83D-6FE7-2BF6-DA9A5BA1D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842" y="4717126"/>
            <a:ext cx="6001588" cy="2067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80F3DE-2E84-2849-21F4-980F292CC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64" y="3605463"/>
            <a:ext cx="4544059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5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2595CC-93F3-B27B-1BEE-FA8E4BA9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Package ‘terra’ to manage spatial data:</a:t>
            </a:r>
          </a:p>
          <a:p>
            <a:pPr lvl="1"/>
            <a:r>
              <a:rPr lang="en-GB" dirty="0"/>
              <a:t>Import raster data as </a:t>
            </a:r>
            <a:r>
              <a:rPr lang="en-GB" dirty="0" err="1"/>
              <a:t>spatraster</a:t>
            </a:r>
            <a:r>
              <a:rPr lang="en-GB" dirty="0"/>
              <a:t> using </a:t>
            </a:r>
            <a:r>
              <a:rPr lang="en-GB" dirty="0" err="1">
                <a:solidFill>
                  <a:schemeClr val="accent1"/>
                </a:solidFill>
              </a:rPr>
              <a:t>rast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GB" dirty="0"/>
              <a:t>Import vector data as </a:t>
            </a:r>
            <a:r>
              <a:rPr lang="en-GB" dirty="0" err="1"/>
              <a:t>spatvector</a:t>
            </a:r>
            <a:r>
              <a:rPr lang="en-GB" dirty="0"/>
              <a:t> using </a:t>
            </a:r>
            <a:r>
              <a:rPr lang="en-GB" dirty="0" err="1">
                <a:solidFill>
                  <a:schemeClr val="accent1"/>
                </a:solidFill>
              </a:rPr>
              <a:t>vect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pPr lvl="1"/>
            <a:r>
              <a:rPr lang="en-GB" dirty="0"/>
              <a:t>Plot data using </a:t>
            </a:r>
            <a:r>
              <a:rPr lang="en-GB" dirty="0">
                <a:solidFill>
                  <a:schemeClr val="accent1"/>
                </a:solidFill>
              </a:rPr>
              <a:t>plot()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05CB9D-F46A-8FF8-0884-73825789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Visualize climate data in 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93E71-F43E-663E-BCA5-2872922BE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537" y="198617"/>
            <a:ext cx="4553135" cy="2782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7D3247-5B41-4E33-AA2C-3EFD37F2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57" y="3009162"/>
            <a:ext cx="7135221" cy="3705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9FE3E8-E594-E268-EB18-4C1B03759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131" y="3429000"/>
            <a:ext cx="3009998" cy="270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19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35570-AD18-F045-72E3-C0A9F54F7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4429743" cy="4351338"/>
          </a:xfrm>
        </p:spPr>
        <p:txBody>
          <a:bodyPr/>
          <a:lstStyle/>
          <a:p>
            <a:r>
              <a:rPr lang="en-GB" dirty="0"/>
              <a:t>Base plot for basic plots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4CC9CC-1B9A-7335-C3D4-C3FF1F6E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Visualize climate data in 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272AA-DDFC-F2E5-65B1-3F510A11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3" y="1887223"/>
            <a:ext cx="4429743" cy="3867690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DAD61CB-A9EE-A087-AF27-D43FD1CEB4E8}"/>
              </a:ext>
            </a:extLst>
          </p:cNvPr>
          <p:cNvSpPr txBox="1">
            <a:spLocks/>
          </p:cNvSpPr>
          <p:nvPr/>
        </p:nvSpPr>
        <p:spPr>
          <a:xfrm>
            <a:off x="5269178" y="1253331"/>
            <a:ext cx="62169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Package ‘ggplot2’ for fancy plots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378EE8-7F0E-8AC1-4E06-E8C8DA782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38" y="1887223"/>
            <a:ext cx="4353533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90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9720DF-DF32-1629-092A-0755FECDA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4816672" cy="4351338"/>
          </a:xfrm>
        </p:spPr>
        <p:txBody>
          <a:bodyPr>
            <a:normAutofit/>
          </a:bodyPr>
          <a:lstStyle/>
          <a:p>
            <a:r>
              <a:rPr lang="en-GB" dirty="0"/>
              <a:t>Create time series object with ‘</a:t>
            </a:r>
            <a:r>
              <a:rPr lang="en-GB" dirty="0" err="1"/>
              <a:t>ts_box</a:t>
            </a:r>
            <a:r>
              <a:rPr lang="en-GB" dirty="0"/>
              <a:t>’ package: using </a:t>
            </a:r>
            <a:r>
              <a:rPr lang="en-GB" dirty="0" err="1">
                <a:solidFill>
                  <a:schemeClr val="accent1"/>
                </a:solidFill>
              </a:rPr>
              <a:t>ts_ts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  <a:p>
            <a:r>
              <a:rPr lang="en-GB" dirty="0"/>
              <a:t>Time series decomposition</a:t>
            </a:r>
          </a:p>
          <a:p>
            <a:pPr lvl="1"/>
            <a:r>
              <a:rPr lang="en-GB" dirty="0"/>
              <a:t>Long term trend</a:t>
            </a:r>
          </a:p>
          <a:p>
            <a:pPr lvl="1"/>
            <a:r>
              <a:rPr lang="en-GB" dirty="0"/>
              <a:t>Seasonal signal</a:t>
            </a:r>
          </a:p>
          <a:p>
            <a:pPr lvl="1"/>
            <a:r>
              <a:rPr lang="en-GB" dirty="0"/>
              <a:t>Remainder (noise)</a:t>
            </a:r>
          </a:p>
          <a:p>
            <a:r>
              <a:rPr lang="en-GB" dirty="0"/>
              <a:t>STL: Seasonal and Trend decomposition using Loess</a:t>
            </a:r>
          </a:p>
          <a:p>
            <a:pPr lvl="1"/>
            <a:r>
              <a:rPr lang="en-GB" dirty="0"/>
              <a:t>Using </a:t>
            </a:r>
            <a:r>
              <a:rPr lang="en-GB" dirty="0" err="1">
                <a:solidFill>
                  <a:schemeClr val="accent1"/>
                </a:solidFill>
              </a:rPr>
              <a:t>stl</a:t>
            </a:r>
            <a:r>
              <a:rPr lang="en-GB" dirty="0">
                <a:solidFill>
                  <a:schemeClr val="accent1"/>
                </a:solidFill>
              </a:rPr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C70CB8-40B2-7534-CB01-40D36CB1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Visualize climate data in 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794FA-3E5D-AB77-0512-D1BAB596B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239" y="167702"/>
            <a:ext cx="4280419" cy="2462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31CC0A-9ED6-76CA-82AB-F729B769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201" y="2780730"/>
            <a:ext cx="6801799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46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6F2D-53DB-A6DE-56C5-32DC4866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7D59CC-742C-2259-97EF-551E2D5CC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8" y="1253331"/>
            <a:ext cx="4418471" cy="4351338"/>
          </a:xfrm>
        </p:spPr>
        <p:txBody>
          <a:bodyPr>
            <a:normAutofit/>
          </a:bodyPr>
          <a:lstStyle/>
          <a:p>
            <a:r>
              <a:rPr lang="en-GB" dirty="0"/>
              <a:t>Standardized climate anomaly</a:t>
            </a:r>
          </a:p>
          <a:p>
            <a:pPr lvl="1"/>
            <a:r>
              <a:rPr lang="en-GB" dirty="0"/>
              <a:t>How different is climate from its usual state</a:t>
            </a:r>
          </a:p>
          <a:p>
            <a:pPr lvl="1"/>
            <a:r>
              <a:rPr lang="en-GB" dirty="0"/>
              <a:t>Anomaly = (value – mean value) / standard deviation</a:t>
            </a:r>
          </a:p>
          <a:p>
            <a:pPr lvl="1"/>
            <a:r>
              <a:rPr lang="en-GB" dirty="0"/>
              <a:t>Can be monthly or annual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A25134-C77D-D44F-06A6-F81F4BF8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Visualize climate data in 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99ED24-EE54-4E10-CD5F-B7B8337E2124}"/>
              </a:ext>
            </a:extLst>
          </p:cNvPr>
          <p:cNvGrpSpPr/>
          <p:nvPr/>
        </p:nvGrpSpPr>
        <p:grpSpPr>
          <a:xfrm>
            <a:off x="4992000" y="1435765"/>
            <a:ext cx="7200000" cy="4570380"/>
            <a:chOff x="4992000" y="1435765"/>
            <a:chExt cx="7200000" cy="45703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8A98CD-9E88-CD00-25D1-C054760BE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1675" b="24085"/>
            <a:stretch>
              <a:fillRect/>
            </a:stretch>
          </p:blipFill>
          <p:spPr>
            <a:xfrm>
              <a:off x="4992000" y="1435765"/>
              <a:ext cx="1800000" cy="45703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93C46A-DCFF-5561-7867-CD8FA09C1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675" b="24085"/>
            <a:stretch>
              <a:fillRect/>
            </a:stretch>
          </p:blipFill>
          <p:spPr>
            <a:xfrm>
              <a:off x="10392000" y="1435765"/>
              <a:ext cx="1800000" cy="45703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024B773-FEF7-DE25-1AD8-7CCAB4F6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738" r="26938" b="24085"/>
            <a:stretch>
              <a:fillRect/>
            </a:stretch>
          </p:blipFill>
          <p:spPr>
            <a:xfrm>
              <a:off x="8592000" y="1435765"/>
              <a:ext cx="1800000" cy="457038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2C4F4A-0118-A17F-9400-A4AAD356F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6712" r="54963" b="24085"/>
            <a:stretch>
              <a:fillRect/>
            </a:stretch>
          </p:blipFill>
          <p:spPr>
            <a:xfrm>
              <a:off x="6792000" y="1435765"/>
              <a:ext cx="1800000" cy="4570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9106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84B1D3-108A-60F9-F2FE-8A3C9FFBF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7" y="1253330"/>
            <a:ext cx="11409925" cy="5468312"/>
          </a:xfrm>
        </p:spPr>
        <p:txBody>
          <a:bodyPr>
            <a:normAutofit fontScale="92500" lnSpcReduction="10000"/>
          </a:bodyPr>
          <a:lstStyle/>
          <a:p>
            <a:r>
              <a:rPr lang="en-GB" sz="2600" dirty="0"/>
              <a:t>Pick a country or region</a:t>
            </a:r>
          </a:p>
          <a:p>
            <a:r>
              <a:rPr lang="en-GB" sz="2600" dirty="0"/>
              <a:t>Create five points across the country and save as asset</a:t>
            </a:r>
          </a:p>
          <a:p>
            <a:r>
              <a:rPr lang="en-GB" sz="2600" dirty="0"/>
              <a:t>Create </a:t>
            </a:r>
            <a:r>
              <a:rPr lang="en-GB" sz="2600" dirty="0" err="1"/>
              <a:t>rasterstacks</a:t>
            </a:r>
            <a:r>
              <a:rPr lang="en-GB" sz="2600" dirty="0"/>
              <a:t> of annual max temperature over 1995-2024 for the country and export as TIF files (adapt spatial resolution depending on size of country to lower computational time)</a:t>
            </a:r>
          </a:p>
          <a:p>
            <a:r>
              <a:rPr lang="en-GB" sz="2600" dirty="0"/>
              <a:t>Extract monthly temperature time series for the 5 locations and export as CSV file</a:t>
            </a:r>
          </a:p>
          <a:p>
            <a:r>
              <a:rPr lang="en-GB" sz="2600" dirty="0"/>
              <a:t>In R: Create nice graph of mean annual temperature across country over 1995-2025</a:t>
            </a:r>
          </a:p>
          <a:p>
            <a:r>
              <a:rPr lang="en-GB" sz="2600" dirty="0"/>
              <a:t>In R: Create nice graph of the temperature time series for the 5 locations</a:t>
            </a:r>
          </a:p>
          <a:p>
            <a:r>
              <a:rPr lang="en-GB" sz="2600" dirty="0">
                <a:solidFill>
                  <a:srgbClr val="03CDAB"/>
                </a:solidFill>
              </a:rPr>
              <a:t>In R: Calculate and plot temperature anomalies for the 5 locations</a:t>
            </a:r>
            <a:endParaRPr lang="en-GB" sz="2600" dirty="0"/>
          </a:p>
          <a:p>
            <a:r>
              <a:rPr lang="en-GB" sz="2600" dirty="0"/>
              <a:t>GEE example scripts:</a:t>
            </a:r>
          </a:p>
          <a:p>
            <a:pPr lvl="1"/>
            <a:r>
              <a:rPr lang="en-GB" dirty="0"/>
              <a:t>Intro 1: </a:t>
            </a:r>
            <a:r>
              <a:rPr lang="en-GB" dirty="0">
                <a:hlinkClick r:id="rId2"/>
              </a:rPr>
              <a:t>https://code.earthengine.google.com/d315be9254d73fdc30cf9f5b9a316c92</a:t>
            </a:r>
            <a:endParaRPr lang="en-GB" dirty="0"/>
          </a:p>
          <a:p>
            <a:pPr lvl="1"/>
            <a:r>
              <a:rPr lang="en-GB" dirty="0"/>
              <a:t>Intro 2: </a:t>
            </a:r>
            <a:r>
              <a:rPr lang="en-GB" dirty="0">
                <a:hlinkClick r:id="rId3"/>
              </a:rPr>
              <a:t>https://code.earthengine.google.com/4fac502a0f98819ecd239e89364d3054</a:t>
            </a:r>
            <a:endParaRPr lang="en-GB" dirty="0"/>
          </a:p>
          <a:p>
            <a:pPr lvl="1"/>
            <a:r>
              <a:rPr lang="en-GB" dirty="0"/>
              <a:t>Full example France: </a:t>
            </a:r>
            <a:r>
              <a:rPr lang="en-GB" dirty="0">
                <a:hlinkClick r:id="rId4"/>
              </a:rPr>
              <a:t>https://code.earthengine.google.com/793d6e358365d05e99eb0380a5634859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661A-5205-9843-F4B9-395F5534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91068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1108</Words>
  <Application>Microsoft Office PowerPoint</Application>
  <PresentationFormat>Widescreen</PresentationFormat>
  <Paragraphs>136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Gill Sans MT</vt:lpstr>
      <vt:lpstr>Wingdings</vt:lpstr>
      <vt:lpstr>Office Theme</vt:lpstr>
      <vt:lpstr>PowerPoint Presentation</vt:lpstr>
      <vt:lpstr>GEE coding: JavaScript basics</vt:lpstr>
      <vt:lpstr>GEE coding: ee Object classes</vt:lpstr>
      <vt:lpstr>ee.Image()</vt:lpstr>
      <vt:lpstr>ee.ImageCollection()</vt:lpstr>
      <vt:lpstr>ee.ImageCollection()</vt:lpstr>
      <vt:lpstr>ee.ImageCollection()</vt:lpstr>
      <vt:lpstr>Retrieving the shape of a country</vt:lpstr>
      <vt:lpstr>Retrieving the shape of a country</vt:lpstr>
      <vt:lpstr>Retrieving the shape of a country</vt:lpstr>
      <vt:lpstr>ee.Reducer()</vt:lpstr>
      <vt:lpstr>Extract climate data</vt:lpstr>
      <vt:lpstr>Extract climate data</vt:lpstr>
      <vt:lpstr>Extract climate data</vt:lpstr>
      <vt:lpstr>Extract climate data</vt:lpstr>
      <vt:lpstr>Export climate data</vt:lpstr>
      <vt:lpstr>Export climate data</vt:lpstr>
      <vt:lpstr>Export climate data</vt:lpstr>
      <vt:lpstr>Visualize climate data in R</vt:lpstr>
      <vt:lpstr>Visualize climate data in R</vt:lpstr>
      <vt:lpstr>Visualize climate data in R</vt:lpstr>
      <vt:lpstr>Visualize climate data in R</vt:lpstr>
      <vt:lpstr>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Johanna Van Passel</dc:creator>
  <cp:lastModifiedBy>Johanna Van Passel</cp:lastModifiedBy>
  <cp:revision>1</cp:revision>
  <dcterms:created xsi:type="dcterms:W3CDTF">2026-06-09T14:16:35Z</dcterms:created>
  <dcterms:modified xsi:type="dcterms:W3CDTF">2026-08-26T16:28:27Z</dcterms:modified>
</cp:coreProperties>
</file>