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83" r:id="rId9"/>
    <p:sldId id="284" r:id="rId10"/>
    <p:sldId id="268" r:id="rId11"/>
    <p:sldId id="269" r:id="rId12"/>
    <p:sldId id="280" r:id="rId13"/>
    <p:sldId id="271" r:id="rId14"/>
    <p:sldId id="273" r:id="rId15"/>
    <p:sldId id="272" r:id="rId16"/>
    <p:sldId id="275" r:id="rId17"/>
    <p:sldId id="276" r:id="rId18"/>
    <p:sldId id="277" r:id="rId19"/>
    <p:sldId id="278" r:id="rId20"/>
    <p:sldId id="279" r:id="rId21"/>
    <p:sldId id="286" r:id="rId22"/>
    <p:sldId id="28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CD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CAE2A9-71E2-48AE-8FE7-6830B28A8A38}" v="38" dt="2026-08-27T00:08:58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327" autoAdjust="0"/>
  </p:normalViewPr>
  <p:slideViewPr>
    <p:cSldViewPr snapToGrid="0">
      <p:cViewPr varScale="1">
        <p:scale>
          <a:sx n="74" d="100"/>
          <a:sy n="74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na Van Passel" userId="50a5774b-cbdc-4a72-a861-7e955e6bbd23" providerId="ADAL" clId="{08B45B0D-9E44-430D-A445-6AFBA1A1B117}"/>
    <pc:docChg chg="undo custSel addSld delSld modSld sldOrd">
      <pc:chgData name="Johanna Van Passel" userId="50a5774b-cbdc-4a72-a861-7e955e6bbd23" providerId="ADAL" clId="{08B45B0D-9E44-430D-A445-6AFBA1A1B117}" dt="2026-08-27T00:32:38.387" v="4294" actId="20577"/>
      <pc:docMkLst>
        <pc:docMk/>
      </pc:docMkLst>
      <pc:sldChg chg="addSp modSp">
        <pc:chgData name="Johanna Van Passel" userId="50a5774b-cbdc-4a72-a861-7e955e6bbd23" providerId="ADAL" clId="{08B45B0D-9E44-430D-A445-6AFBA1A1B117}" dt="2026-08-05T13:21:56.409" v="3"/>
        <pc:sldMkLst>
          <pc:docMk/>
          <pc:sldMk cId="2036604597" sldId="260"/>
        </pc:sldMkLst>
        <pc:spChg chg="mod">
          <ac:chgData name="Johanna Van Passel" userId="50a5774b-cbdc-4a72-a861-7e955e6bbd23" providerId="ADAL" clId="{08B45B0D-9E44-430D-A445-6AFBA1A1B117}" dt="2026-08-05T13:20:17.333" v="0" actId="20578"/>
          <ac:spMkLst>
            <pc:docMk/>
            <pc:sldMk cId="2036604597" sldId="260"/>
            <ac:spMk id="2" creationId="{5688528A-052D-15DF-5A72-440BF9BD3C69}"/>
          </ac:spMkLst>
        </pc:spChg>
      </pc:sldChg>
      <pc:sldChg chg="addSp modSp add modAnim">
        <pc:chgData name="Johanna Van Passel" userId="50a5774b-cbdc-4a72-a861-7e955e6bbd23" providerId="ADAL" clId="{08B45B0D-9E44-430D-A445-6AFBA1A1B117}" dt="2026-08-27T00:08:58.029" v="4286" actId="20577"/>
        <pc:sldMkLst>
          <pc:docMk/>
          <pc:sldMk cId="2328827276" sldId="261"/>
        </pc:sldMkLst>
        <pc:spChg chg="mod">
          <ac:chgData name="Johanna Van Passel" userId="50a5774b-cbdc-4a72-a861-7e955e6bbd23" providerId="ADAL" clId="{08B45B0D-9E44-430D-A445-6AFBA1A1B117}" dt="2026-08-27T00:08:58.029" v="4286" actId="20577"/>
          <ac:spMkLst>
            <pc:docMk/>
            <pc:sldMk cId="2328827276" sldId="261"/>
            <ac:spMk id="2" creationId="{5DEF6916-E48A-24E8-0EA7-A22E2A99351D}"/>
          </ac:spMkLst>
        </pc:spChg>
        <pc:spChg chg="mod">
          <ac:chgData name="Johanna Van Passel" userId="50a5774b-cbdc-4a72-a861-7e955e6bbd23" providerId="ADAL" clId="{08B45B0D-9E44-430D-A445-6AFBA1A1B117}" dt="2026-08-05T13:30:26.518" v="54" actId="207"/>
          <ac:spMkLst>
            <pc:docMk/>
            <pc:sldMk cId="2328827276" sldId="261"/>
            <ac:spMk id="11" creationId="{E6CAF81D-4C04-085A-8260-129B409CCAA9}"/>
          </ac:spMkLst>
        </pc:spChg>
        <pc:spChg chg="mod">
          <ac:chgData name="Johanna Van Passel" userId="50a5774b-cbdc-4a72-a861-7e955e6bbd23" providerId="ADAL" clId="{08B45B0D-9E44-430D-A445-6AFBA1A1B117}" dt="2026-08-05T13:30:29.853" v="55" actId="207"/>
          <ac:spMkLst>
            <pc:docMk/>
            <pc:sldMk cId="2328827276" sldId="261"/>
            <ac:spMk id="13" creationId="{E1D92F61-699F-9A1F-64B4-3C2588CF9417}"/>
          </ac:spMkLst>
        </pc:spChg>
        <pc:picChg chg="add">
          <ac:chgData name="Johanna Van Passel" userId="50a5774b-cbdc-4a72-a861-7e955e6bbd23" providerId="ADAL" clId="{08B45B0D-9E44-430D-A445-6AFBA1A1B117}" dt="2026-08-05T13:24:37.669" v="5"/>
          <ac:picMkLst>
            <pc:docMk/>
            <pc:sldMk cId="2328827276" sldId="261"/>
            <ac:picMk id="4" creationId="{9AA16B07-7EF0-FD82-E338-8253E0D8ABA2}"/>
          </ac:picMkLst>
        </pc:picChg>
      </pc:sldChg>
      <pc:sldChg chg="modSp">
        <pc:chgData name="Johanna Van Passel" userId="50a5774b-cbdc-4a72-a861-7e955e6bbd23" providerId="ADAL" clId="{08B45B0D-9E44-430D-A445-6AFBA1A1B117}" dt="2026-08-05T13:33:03.817" v="67"/>
        <pc:sldMkLst>
          <pc:docMk/>
          <pc:sldMk cId="2170964234" sldId="262"/>
        </pc:sldMkLst>
        <pc:spChg chg="mod">
          <ac:chgData name="Johanna Van Passel" userId="50a5774b-cbdc-4a72-a861-7e955e6bbd23" providerId="ADAL" clId="{08B45B0D-9E44-430D-A445-6AFBA1A1B117}" dt="2026-08-05T13:33:03.817" v="67"/>
          <ac:spMkLst>
            <pc:docMk/>
            <pc:sldMk cId="2170964234" sldId="262"/>
            <ac:spMk id="2" creationId="{0A14FE03-8E3D-E7F9-C92F-8D34D1FB010B}"/>
          </ac:spMkLst>
        </pc:spChg>
        <pc:spChg chg="mod">
          <ac:chgData name="Johanna Van Passel" userId="50a5774b-cbdc-4a72-a861-7e955e6bbd23" providerId="ADAL" clId="{08B45B0D-9E44-430D-A445-6AFBA1A1B117}" dt="2026-08-05T13:31:33.880" v="66"/>
          <ac:spMkLst>
            <pc:docMk/>
            <pc:sldMk cId="2170964234" sldId="262"/>
            <ac:spMk id="3" creationId="{53D7B04A-0CF1-C236-6F83-09F27E58AB91}"/>
          </ac:spMkLst>
        </pc:spChg>
      </pc:sldChg>
      <pc:sldChg chg="modSp">
        <pc:chgData name="Johanna Van Passel" userId="50a5774b-cbdc-4a72-a861-7e955e6bbd23" providerId="ADAL" clId="{08B45B0D-9E44-430D-A445-6AFBA1A1B117}" dt="2026-08-05T13:39:14.891" v="70"/>
        <pc:sldMkLst>
          <pc:docMk/>
          <pc:sldMk cId="1220131636" sldId="263"/>
        </pc:sldMkLst>
        <pc:spChg chg="mod">
          <ac:chgData name="Johanna Van Passel" userId="50a5774b-cbdc-4a72-a861-7e955e6bbd23" providerId="ADAL" clId="{08B45B0D-9E44-430D-A445-6AFBA1A1B117}" dt="2026-08-05T13:39:14.891" v="70"/>
          <ac:spMkLst>
            <pc:docMk/>
            <pc:sldMk cId="1220131636" sldId="263"/>
            <ac:spMk id="2" creationId="{47D21ED5-17A3-7725-68EC-35295E35EDB5}"/>
          </ac:spMkLst>
        </pc:spChg>
        <pc:spChg chg="mod">
          <ac:chgData name="Johanna Van Passel" userId="50a5774b-cbdc-4a72-a861-7e955e6bbd23" providerId="ADAL" clId="{08B45B0D-9E44-430D-A445-6AFBA1A1B117}" dt="2026-08-05T13:34:20.740" v="68"/>
          <ac:spMkLst>
            <pc:docMk/>
            <pc:sldMk cId="1220131636" sldId="263"/>
            <ac:spMk id="3" creationId="{9BE61C40-09C1-A5A5-190B-648C2D45454C}"/>
          </ac:spMkLst>
        </pc:spChg>
      </pc:sldChg>
      <pc:sldChg chg="addSp delSp modSp">
        <pc:chgData name="Johanna Van Passel" userId="50a5774b-cbdc-4a72-a861-7e955e6bbd23" providerId="ADAL" clId="{08B45B0D-9E44-430D-A445-6AFBA1A1B117}" dt="2026-08-05T13:52:46.555" v="75"/>
        <pc:sldMkLst>
          <pc:docMk/>
          <pc:sldMk cId="682622456" sldId="264"/>
        </pc:sldMkLst>
        <pc:spChg chg="mod">
          <ac:chgData name="Johanna Van Passel" userId="50a5774b-cbdc-4a72-a861-7e955e6bbd23" providerId="ADAL" clId="{08B45B0D-9E44-430D-A445-6AFBA1A1B117}" dt="2026-08-05T13:47:44.378" v="71"/>
          <ac:spMkLst>
            <pc:docMk/>
            <pc:sldMk cId="682622456" sldId="264"/>
            <ac:spMk id="3" creationId="{80290103-0DF2-64E1-FDE8-B0A298031A09}"/>
          </ac:spMkLst>
        </pc:spChg>
      </pc:sldChg>
      <pc:sldChg chg="addSp modSp">
        <pc:chgData name="Johanna Van Passel" userId="50a5774b-cbdc-4a72-a861-7e955e6bbd23" providerId="ADAL" clId="{08B45B0D-9E44-430D-A445-6AFBA1A1B117}" dt="2026-08-05T13:58:21.292" v="77"/>
        <pc:sldMkLst>
          <pc:docMk/>
          <pc:sldMk cId="2566097481" sldId="265"/>
        </pc:sldMkLst>
        <pc:spChg chg="mod">
          <ac:chgData name="Johanna Van Passel" userId="50a5774b-cbdc-4a72-a861-7e955e6bbd23" providerId="ADAL" clId="{08B45B0D-9E44-430D-A445-6AFBA1A1B117}" dt="2026-08-05T13:56:29.288" v="76"/>
          <ac:spMkLst>
            <pc:docMk/>
            <pc:sldMk cId="2566097481" sldId="265"/>
            <ac:spMk id="4" creationId="{86D8C463-B316-9085-5D17-4B4D29CD2A8B}"/>
          </ac:spMkLst>
        </pc:spChg>
        <pc:picChg chg="add">
          <ac:chgData name="Johanna Van Passel" userId="50a5774b-cbdc-4a72-a861-7e955e6bbd23" providerId="ADAL" clId="{08B45B0D-9E44-430D-A445-6AFBA1A1B117}" dt="2026-08-05T13:58:21.292" v="77"/>
          <ac:picMkLst>
            <pc:docMk/>
            <pc:sldMk cId="2566097481" sldId="265"/>
            <ac:picMk id="7" creationId="{F792D9D7-C9C7-B0E1-696B-5F129988C475}"/>
          </ac:picMkLst>
        </pc:picChg>
      </pc:sldChg>
      <pc:sldChg chg="addSp modSp del">
        <pc:chgData name="Johanna Van Passel" userId="50a5774b-cbdc-4a72-a861-7e955e6bbd23" providerId="ADAL" clId="{08B45B0D-9E44-430D-A445-6AFBA1A1B117}" dt="2026-08-27T00:26:29.583" v="4287" actId="47"/>
        <pc:sldMkLst>
          <pc:docMk/>
          <pc:sldMk cId="1833442752" sldId="266"/>
        </pc:sldMkLst>
      </pc:sldChg>
      <pc:sldChg chg="addSp modSp add del ord">
        <pc:chgData name="Johanna Van Passel" userId="50a5774b-cbdc-4a72-a861-7e955e6bbd23" providerId="ADAL" clId="{08B45B0D-9E44-430D-A445-6AFBA1A1B117}" dt="2026-08-27T00:26:29.583" v="4287" actId="47"/>
        <pc:sldMkLst>
          <pc:docMk/>
          <pc:sldMk cId="2098314825" sldId="267"/>
        </pc:sldMkLst>
      </pc:sldChg>
      <pc:sldChg chg="addSp modSp">
        <pc:chgData name="Johanna Van Passel" userId="50a5774b-cbdc-4a72-a861-7e955e6bbd23" providerId="ADAL" clId="{08B45B0D-9E44-430D-A445-6AFBA1A1B117}" dt="2026-08-05T18:55:44.068" v="84" actId="164"/>
        <pc:sldMkLst>
          <pc:docMk/>
          <pc:sldMk cId="577779400" sldId="268"/>
        </pc:sldMkLst>
        <pc:grpChg chg="add mod">
          <ac:chgData name="Johanna Van Passel" userId="50a5774b-cbdc-4a72-a861-7e955e6bbd23" providerId="ADAL" clId="{08B45B0D-9E44-430D-A445-6AFBA1A1B117}" dt="2026-08-05T18:55:44.068" v="84" actId="164"/>
          <ac:grpSpMkLst>
            <pc:docMk/>
            <pc:sldMk cId="577779400" sldId="268"/>
            <ac:grpSpMk id="11" creationId="{15EAAEFC-F458-740F-73DF-1D2FBB033185}"/>
          </ac:grpSpMkLst>
        </pc:grpChg>
        <pc:picChg chg="mod">
          <ac:chgData name="Johanna Van Passel" userId="50a5774b-cbdc-4a72-a861-7e955e6bbd23" providerId="ADAL" clId="{08B45B0D-9E44-430D-A445-6AFBA1A1B117}" dt="2026-08-05T18:55:44.068" v="84" actId="164"/>
          <ac:picMkLst>
            <pc:docMk/>
            <pc:sldMk cId="577779400" sldId="268"/>
            <ac:picMk id="6" creationId="{E476BB48-11DD-AFB6-86C4-409FC8BB9FB5}"/>
          </ac:picMkLst>
        </pc:picChg>
        <pc:picChg chg="mod">
          <ac:chgData name="Johanna Van Passel" userId="50a5774b-cbdc-4a72-a861-7e955e6bbd23" providerId="ADAL" clId="{08B45B0D-9E44-430D-A445-6AFBA1A1B117}" dt="2026-08-05T18:55:44.068" v="84" actId="164"/>
          <ac:picMkLst>
            <pc:docMk/>
            <pc:sldMk cId="577779400" sldId="268"/>
            <ac:picMk id="8" creationId="{755114E3-FB06-8AE0-BC7C-08E52532E718}"/>
          </ac:picMkLst>
        </pc:picChg>
      </pc:sldChg>
      <pc:sldChg chg="modSp mod">
        <pc:chgData name="Johanna Van Passel" userId="50a5774b-cbdc-4a72-a861-7e955e6bbd23" providerId="ADAL" clId="{08B45B0D-9E44-430D-A445-6AFBA1A1B117}" dt="2026-08-07T13:06:59.494" v="3204" actId="207"/>
        <pc:sldMkLst>
          <pc:docMk/>
          <pc:sldMk cId="1465519395" sldId="269"/>
        </pc:sldMkLst>
        <pc:spChg chg="mod">
          <ac:chgData name="Johanna Van Passel" userId="50a5774b-cbdc-4a72-a861-7e955e6bbd23" providerId="ADAL" clId="{08B45B0D-9E44-430D-A445-6AFBA1A1B117}" dt="2026-08-07T13:06:59.494" v="3204" actId="207"/>
          <ac:spMkLst>
            <pc:docMk/>
            <pc:sldMk cId="1465519395" sldId="269"/>
            <ac:spMk id="2" creationId="{C698DEF0-6EDC-58CF-B874-F63FBBF5D56B}"/>
          </ac:spMkLst>
        </pc:spChg>
      </pc:sldChg>
      <pc:sldChg chg="modSp del mod ord">
        <pc:chgData name="Johanna Van Passel" userId="50a5774b-cbdc-4a72-a861-7e955e6bbd23" providerId="ADAL" clId="{08B45B0D-9E44-430D-A445-6AFBA1A1B117}" dt="2026-08-27T00:26:59.172" v="4288" actId="47"/>
        <pc:sldMkLst>
          <pc:docMk/>
          <pc:sldMk cId="2625955903" sldId="270"/>
        </pc:sldMkLst>
      </pc:sldChg>
      <pc:sldChg chg="addSp modSp new mod">
        <pc:chgData name="Johanna Van Passel" userId="50a5774b-cbdc-4a72-a861-7e955e6bbd23" providerId="ADAL" clId="{08B45B0D-9E44-430D-A445-6AFBA1A1B117}" dt="2026-08-06T11:39:29.682" v="265" actId="207"/>
        <pc:sldMkLst>
          <pc:docMk/>
          <pc:sldMk cId="2316288842" sldId="271"/>
        </pc:sldMkLst>
        <pc:spChg chg="mod">
          <ac:chgData name="Johanna Van Passel" userId="50a5774b-cbdc-4a72-a861-7e955e6bbd23" providerId="ADAL" clId="{08B45B0D-9E44-430D-A445-6AFBA1A1B117}" dt="2026-08-06T11:39:29.682" v="265" actId="207"/>
          <ac:spMkLst>
            <pc:docMk/>
            <pc:sldMk cId="2316288842" sldId="271"/>
            <ac:spMk id="2" creationId="{07C9B906-2171-F534-3F30-6E61E1CA7A5A}"/>
          </ac:spMkLst>
        </pc:spChg>
        <pc:spChg chg="mod">
          <ac:chgData name="Johanna Van Passel" userId="50a5774b-cbdc-4a72-a861-7e955e6bbd23" providerId="ADAL" clId="{08B45B0D-9E44-430D-A445-6AFBA1A1B117}" dt="2026-08-06T11:32:36.609" v="138" actId="20577"/>
          <ac:spMkLst>
            <pc:docMk/>
            <pc:sldMk cId="2316288842" sldId="271"/>
            <ac:spMk id="4" creationId="{6E39CF16-F9E0-729F-41FF-8FBCAEEB3EE0}"/>
          </ac:spMkLst>
        </pc:spChg>
        <pc:picChg chg="add mod ord">
          <ac:chgData name="Johanna Van Passel" userId="50a5774b-cbdc-4a72-a861-7e955e6bbd23" providerId="ADAL" clId="{08B45B0D-9E44-430D-A445-6AFBA1A1B117}" dt="2026-08-06T11:39:22.159" v="263" actId="1076"/>
          <ac:picMkLst>
            <pc:docMk/>
            <pc:sldMk cId="2316288842" sldId="271"/>
            <ac:picMk id="6" creationId="{A0903473-BE21-4108-592F-333B0CB8A629}"/>
          </ac:picMkLst>
        </pc:picChg>
        <pc:picChg chg="add mod">
          <ac:chgData name="Johanna Van Passel" userId="50a5774b-cbdc-4a72-a861-7e955e6bbd23" providerId="ADAL" clId="{08B45B0D-9E44-430D-A445-6AFBA1A1B117}" dt="2026-08-06T11:38:50.863" v="159" actId="1076"/>
          <ac:picMkLst>
            <pc:docMk/>
            <pc:sldMk cId="2316288842" sldId="271"/>
            <ac:picMk id="8" creationId="{A3FB3D9A-73CE-3AD9-2C74-6FF4456181A4}"/>
          </ac:picMkLst>
        </pc:picChg>
        <pc:picChg chg="add mod">
          <ac:chgData name="Johanna Van Passel" userId="50a5774b-cbdc-4a72-a861-7e955e6bbd23" providerId="ADAL" clId="{08B45B0D-9E44-430D-A445-6AFBA1A1B117}" dt="2026-08-06T11:39:20.879" v="262" actId="1076"/>
          <ac:picMkLst>
            <pc:docMk/>
            <pc:sldMk cId="2316288842" sldId="271"/>
            <ac:picMk id="10" creationId="{DD9BCA17-3B03-09B5-01E1-490525FF6AC8}"/>
          </ac:picMkLst>
        </pc:picChg>
      </pc:sldChg>
      <pc:sldChg chg="addSp delSp modSp new mod modAnim">
        <pc:chgData name="Johanna Van Passel" userId="50a5774b-cbdc-4a72-a861-7e955e6bbd23" providerId="ADAL" clId="{08B45B0D-9E44-430D-A445-6AFBA1A1B117}" dt="2026-08-07T13:14:21.097" v="3326"/>
        <pc:sldMkLst>
          <pc:docMk/>
          <pc:sldMk cId="2820903657" sldId="272"/>
        </pc:sldMkLst>
        <pc:spChg chg="mod">
          <ac:chgData name="Johanna Van Passel" userId="50a5774b-cbdc-4a72-a861-7e955e6bbd23" providerId="ADAL" clId="{08B45B0D-9E44-430D-A445-6AFBA1A1B117}" dt="2026-08-06T11:41:00.133" v="305" actId="20577"/>
          <ac:spMkLst>
            <pc:docMk/>
            <pc:sldMk cId="2820903657" sldId="272"/>
            <ac:spMk id="4" creationId="{A62B7305-CFC3-3217-4BFD-9499AD879B9B}"/>
          </ac:spMkLst>
        </pc:spChg>
        <pc:spChg chg="add mod">
          <ac:chgData name="Johanna Van Passel" userId="50a5774b-cbdc-4a72-a861-7e955e6bbd23" providerId="ADAL" clId="{08B45B0D-9E44-430D-A445-6AFBA1A1B117}" dt="2026-08-06T11:45:56.766" v="436" actId="1076"/>
          <ac:spMkLst>
            <pc:docMk/>
            <pc:sldMk cId="2820903657" sldId="272"/>
            <ac:spMk id="13" creationId="{A9074233-ABC2-F568-3FFB-3283C3A0F6BC}"/>
          </ac:spMkLst>
        </pc:spChg>
        <pc:spChg chg="add mod">
          <ac:chgData name="Johanna Van Passel" userId="50a5774b-cbdc-4a72-a861-7e955e6bbd23" providerId="ADAL" clId="{08B45B0D-9E44-430D-A445-6AFBA1A1B117}" dt="2026-08-06T13:17:24.385" v="615" actId="1076"/>
          <ac:spMkLst>
            <pc:docMk/>
            <pc:sldMk cId="2820903657" sldId="272"/>
            <ac:spMk id="14" creationId="{FB1EAE37-FEB1-24C3-DCC7-0EAFC29C2A5B}"/>
          </ac:spMkLst>
        </pc:spChg>
        <pc:picChg chg="add mod">
          <ac:chgData name="Johanna Van Passel" userId="50a5774b-cbdc-4a72-a861-7e955e6bbd23" providerId="ADAL" clId="{08B45B0D-9E44-430D-A445-6AFBA1A1B117}" dt="2026-08-06T11:43:49.754" v="310" actId="1076"/>
          <ac:picMkLst>
            <pc:docMk/>
            <pc:sldMk cId="2820903657" sldId="272"/>
            <ac:picMk id="8" creationId="{4701FB51-8C4D-AE89-EB54-F6751DA30473}"/>
          </ac:picMkLst>
        </pc:picChg>
        <pc:picChg chg="add mod">
          <ac:chgData name="Johanna Van Passel" userId="50a5774b-cbdc-4a72-a861-7e955e6bbd23" providerId="ADAL" clId="{08B45B0D-9E44-430D-A445-6AFBA1A1B117}" dt="2026-08-06T11:44:20.626" v="318" actId="1076"/>
          <ac:picMkLst>
            <pc:docMk/>
            <pc:sldMk cId="2820903657" sldId="272"/>
            <ac:picMk id="10" creationId="{32A647FB-B3EA-8848-7D4F-82AF242C9F16}"/>
          </ac:picMkLst>
        </pc:picChg>
        <pc:picChg chg="add mod">
          <ac:chgData name="Johanna Van Passel" userId="50a5774b-cbdc-4a72-a861-7e955e6bbd23" providerId="ADAL" clId="{08B45B0D-9E44-430D-A445-6AFBA1A1B117}" dt="2026-08-06T11:44:49.893" v="320" actId="1076"/>
          <ac:picMkLst>
            <pc:docMk/>
            <pc:sldMk cId="2820903657" sldId="272"/>
            <ac:picMk id="12" creationId="{ACA23564-3D6C-D3A5-AAF9-1EBA567B7E2C}"/>
          </ac:picMkLst>
        </pc:picChg>
      </pc:sldChg>
      <pc:sldChg chg="addSp delSp modSp new mod modClrScheme chgLayout modNotesTx">
        <pc:chgData name="Johanna Van Passel" userId="50a5774b-cbdc-4a72-a861-7e955e6bbd23" providerId="ADAL" clId="{08B45B0D-9E44-430D-A445-6AFBA1A1B117}" dt="2026-08-06T14:46:53.370" v="842" actId="20577"/>
        <pc:sldMkLst>
          <pc:docMk/>
          <pc:sldMk cId="143540666" sldId="273"/>
        </pc:sldMkLst>
        <pc:spChg chg="mod ord">
          <ac:chgData name="Johanna Van Passel" userId="50a5774b-cbdc-4a72-a861-7e955e6bbd23" providerId="ADAL" clId="{08B45B0D-9E44-430D-A445-6AFBA1A1B117}" dt="2026-08-06T14:46:19.640" v="784" actId="700"/>
          <ac:spMkLst>
            <pc:docMk/>
            <pc:sldMk cId="143540666" sldId="273"/>
            <ac:spMk id="3" creationId="{0F321904-3BDA-B507-BE61-D74B66577E21}"/>
          </ac:spMkLst>
        </pc:spChg>
        <pc:spChg chg="mod ord">
          <ac:chgData name="Johanna Van Passel" userId="50a5774b-cbdc-4a72-a861-7e955e6bbd23" providerId="ADAL" clId="{08B45B0D-9E44-430D-A445-6AFBA1A1B117}" dt="2026-08-06T14:46:19.640" v="784" actId="700"/>
          <ac:spMkLst>
            <pc:docMk/>
            <pc:sldMk cId="143540666" sldId="273"/>
            <ac:spMk id="4" creationId="{6CDF7AA3-5548-140C-C6FC-84B68FA8AFF9}"/>
          </ac:spMkLst>
        </pc:spChg>
        <pc:spChg chg="add mod">
          <ac:chgData name="Johanna Van Passel" userId="50a5774b-cbdc-4a72-a861-7e955e6bbd23" providerId="ADAL" clId="{08B45B0D-9E44-430D-A445-6AFBA1A1B117}" dt="2026-08-06T13:15:00.001" v="536" actId="1076"/>
          <ac:spMkLst>
            <pc:docMk/>
            <pc:sldMk cId="143540666" sldId="273"/>
            <ac:spMk id="9" creationId="{3214B3C8-7EC9-7372-D15D-C9C26ED54E59}"/>
          </ac:spMkLst>
        </pc:spChg>
        <pc:spChg chg="add mod">
          <ac:chgData name="Johanna Van Passel" userId="50a5774b-cbdc-4a72-a861-7e955e6bbd23" providerId="ADAL" clId="{08B45B0D-9E44-430D-A445-6AFBA1A1B117}" dt="2026-08-06T13:14:56.621" v="535" actId="1076"/>
          <ac:spMkLst>
            <pc:docMk/>
            <pc:sldMk cId="143540666" sldId="273"/>
            <ac:spMk id="11" creationId="{54D850C0-A4DB-AD5A-96E3-90C3CDB22EEA}"/>
          </ac:spMkLst>
        </pc:spChg>
        <pc:spChg chg="add mod">
          <ac:chgData name="Johanna Van Passel" userId="50a5774b-cbdc-4a72-a861-7e955e6bbd23" providerId="ADAL" clId="{08B45B0D-9E44-430D-A445-6AFBA1A1B117}" dt="2026-08-06T14:46:47.189" v="840" actId="20577"/>
          <ac:spMkLst>
            <pc:docMk/>
            <pc:sldMk cId="143540666" sldId="273"/>
            <ac:spMk id="16" creationId="{F88BF3AE-3D41-55FE-7220-8CAF5C45BC59}"/>
          </ac:spMkLst>
        </pc:spChg>
        <pc:picChg chg="add mod">
          <ac:chgData name="Johanna Van Passel" userId="50a5774b-cbdc-4a72-a861-7e955e6bbd23" providerId="ADAL" clId="{08B45B0D-9E44-430D-A445-6AFBA1A1B117}" dt="2026-08-06T13:14:49.977" v="532" actId="1076"/>
          <ac:picMkLst>
            <pc:docMk/>
            <pc:sldMk cId="143540666" sldId="273"/>
            <ac:picMk id="6" creationId="{9503AA82-249A-8460-8095-517B5698FAD8}"/>
          </ac:picMkLst>
        </pc:picChg>
        <pc:picChg chg="add mod">
          <ac:chgData name="Johanna Van Passel" userId="50a5774b-cbdc-4a72-a861-7e955e6bbd23" providerId="ADAL" clId="{08B45B0D-9E44-430D-A445-6AFBA1A1B117}" dt="2026-08-06T13:14:51.571" v="533" actId="1076"/>
          <ac:picMkLst>
            <pc:docMk/>
            <pc:sldMk cId="143540666" sldId="273"/>
            <ac:picMk id="8" creationId="{BF596C5D-D19D-3A48-DEE4-6D7772A4E02C}"/>
          </ac:picMkLst>
        </pc:picChg>
        <pc:picChg chg="add mod">
          <ac:chgData name="Johanna Van Passel" userId="50a5774b-cbdc-4a72-a861-7e955e6bbd23" providerId="ADAL" clId="{08B45B0D-9E44-430D-A445-6AFBA1A1B117}" dt="2026-08-06T13:15:06.431" v="537" actId="1076"/>
          <ac:picMkLst>
            <pc:docMk/>
            <pc:sldMk cId="143540666" sldId="273"/>
            <ac:picMk id="12" creationId="{85AF37D6-AEEB-1769-117B-2015C2C5C7EA}"/>
          </ac:picMkLst>
        </pc:picChg>
        <pc:picChg chg="add mod">
          <ac:chgData name="Johanna Van Passel" userId="50a5774b-cbdc-4a72-a861-7e955e6bbd23" providerId="ADAL" clId="{08B45B0D-9E44-430D-A445-6AFBA1A1B117}" dt="2026-08-06T13:15:41.616" v="543" actId="1076"/>
          <ac:picMkLst>
            <pc:docMk/>
            <pc:sldMk cId="143540666" sldId="273"/>
            <ac:picMk id="13" creationId="{41B6B061-4340-F96D-30D0-CFA6402467F6}"/>
          </ac:picMkLst>
        </pc:picChg>
      </pc:sldChg>
      <pc:sldChg chg="addSp delSp modSp new del mod">
        <pc:chgData name="Johanna Van Passel" userId="50a5774b-cbdc-4a72-a861-7e955e6bbd23" providerId="ADAL" clId="{08B45B0D-9E44-430D-A445-6AFBA1A1B117}" dt="2026-08-27T00:27:28.073" v="4289" actId="47"/>
        <pc:sldMkLst>
          <pc:docMk/>
          <pc:sldMk cId="2819112343" sldId="274"/>
        </pc:sldMkLst>
      </pc:sldChg>
      <pc:sldChg chg="addSp delSp modSp new mod">
        <pc:chgData name="Johanna Van Passel" userId="50a5774b-cbdc-4a72-a861-7e955e6bbd23" providerId="ADAL" clId="{08B45B0D-9E44-430D-A445-6AFBA1A1B117}" dt="2026-08-06T14:45:28.303" v="780" actId="1076"/>
        <pc:sldMkLst>
          <pc:docMk/>
          <pc:sldMk cId="2006325808" sldId="275"/>
        </pc:sldMkLst>
        <pc:spChg chg="mod">
          <ac:chgData name="Johanna Van Passel" userId="50a5774b-cbdc-4a72-a861-7e955e6bbd23" providerId="ADAL" clId="{08B45B0D-9E44-430D-A445-6AFBA1A1B117}" dt="2026-08-06T14:41:25.998" v="766" actId="27636"/>
          <ac:spMkLst>
            <pc:docMk/>
            <pc:sldMk cId="2006325808" sldId="275"/>
            <ac:spMk id="4" creationId="{C9DDACAF-3B1F-0CCA-D920-E719211666CA}"/>
          </ac:spMkLst>
        </pc:spChg>
        <pc:spChg chg="add mod">
          <ac:chgData name="Johanna Van Passel" userId="50a5774b-cbdc-4a72-a861-7e955e6bbd23" providerId="ADAL" clId="{08B45B0D-9E44-430D-A445-6AFBA1A1B117}" dt="2026-08-06T14:45:01.593" v="777" actId="208"/>
          <ac:spMkLst>
            <pc:docMk/>
            <pc:sldMk cId="2006325808" sldId="275"/>
            <ac:spMk id="24" creationId="{070BE332-88DA-1DD6-0BC8-EA631CAB75B8}"/>
          </ac:spMkLst>
        </pc:spChg>
        <pc:spChg chg="add mod">
          <ac:chgData name="Johanna Van Passel" userId="50a5774b-cbdc-4a72-a861-7e955e6bbd23" providerId="ADAL" clId="{08B45B0D-9E44-430D-A445-6AFBA1A1B117}" dt="2026-08-06T14:45:28.303" v="780" actId="1076"/>
          <ac:spMkLst>
            <pc:docMk/>
            <pc:sldMk cId="2006325808" sldId="275"/>
            <ac:spMk id="26" creationId="{47E4D389-5D56-74E6-FD1B-EEC5304DCA94}"/>
          </ac:spMkLst>
        </pc:spChg>
        <pc:picChg chg="add mod">
          <ac:chgData name="Johanna Van Passel" userId="50a5774b-cbdc-4a72-a861-7e955e6bbd23" providerId="ADAL" clId="{08B45B0D-9E44-430D-A445-6AFBA1A1B117}" dt="2026-08-06T14:44:51.380" v="774" actId="1076"/>
          <ac:picMkLst>
            <pc:docMk/>
            <pc:sldMk cId="2006325808" sldId="275"/>
            <ac:picMk id="8" creationId="{9E4ADD52-B3BD-AF75-BAB1-E746C4560198}"/>
          </ac:picMkLst>
        </pc:picChg>
        <pc:picChg chg="add mod">
          <ac:chgData name="Johanna Van Passel" userId="50a5774b-cbdc-4a72-a861-7e955e6bbd23" providerId="ADAL" clId="{08B45B0D-9E44-430D-A445-6AFBA1A1B117}" dt="2026-08-06T14:40:23.622" v="721" actId="1076"/>
          <ac:picMkLst>
            <pc:docMk/>
            <pc:sldMk cId="2006325808" sldId="275"/>
            <ac:picMk id="10" creationId="{594B6661-36D8-6449-E6BE-53A1F3C95691}"/>
          </ac:picMkLst>
        </pc:picChg>
        <pc:picChg chg="add mod">
          <ac:chgData name="Johanna Van Passel" userId="50a5774b-cbdc-4a72-a861-7e955e6bbd23" providerId="ADAL" clId="{08B45B0D-9E44-430D-A445-6AFBA1A1B117}" dt="2026-08-06T14:40:59.826" v="729" actId="1076"/>
          <ac:picMkLst>
            <pc:docMk/>
            <pc:sldMk cId="2006325808" sldId="275"/>
            <ac:picMk id="14" creationId="{50F7DAB2-56E8-60CE-E385-93FE107EC331}"/>
          </ac:picMkLst>
        </pc:picChg>
        <pc:picChg chg="add mod modCrop">
          <ac:chgData name="Johanna Van Passel" userId="50a5774b-cbdc-4a72-a861-7e955e6bbd23" providerId="ADAL" clId="{08B45B0D-9E44-430D-A445-6AFBA1A1B117}" dt="2026-08-06T14:40:59.826" v="729" actId="1076"/>
          <ac:picMkLst>
            <pc:docMk/>
            <pc:sldMk cId="2006325808" sldId="275"/>
            <ac:picMk id="16" creationId="{E366229B-483D-4A10-0985-665AD3BDA2D9}"/>
          </ac:picMkLst>
        </pc:picChg>
        <pc:picChg chg="add mod">
          <ac:chgData name="Johanna Van Passel" userId="50a5774b-cbdc-4a72-a861-7e955e6bbd23" providerId="ADAL" clId="{08B45B0D-9E44-430D-A445-6AFBA1A1B117}" dt="2026-08-06T14:40:52.317" v="725" actId="1076"/>
          <ac:picMkLst>
            <pc:docMk/>
            <pc:sldMk cId="2006325808" sldId="275"/>
            <ac:picMk id="18" creationId="{D935E849-4814-75F5-9E6F-BF946F99D2E4}"/>
          </ac:picMkLst>
        </pc:picChg>
        <pc:picChg chg="add mod">
          <ac:chgData name="Johanna Van Passel" userId="50a5774b-cbdc-4a72-a861-7e955e6bbd23" providerId="ADAL" clId="{08B45B0D-9E44-430D-A445-6AFBA1A1B117}" dt="2026-08-06T14:40:52.317" v="725" actId="1076"/>
          <ac:picMkLst>
            <pc:docMk/>
            <pc:sldMk cId="2006325808" sldId="275"/>
            <ac:picMk id="20" creationId="{B511CDAD-EBAB-C9AA-2058-2B48E7832313}"/>
          </ac:picMkLst>
        </pc:picChg>
        <pc:picChg chg="add mod">
          <ac:chgData name="Johanna Van Passel" userId="50a5774b-cbdc-4a72-a861-7e955e6bbd23" providerId="ADAL" clId="{08B45B0D-9E44-430D-A445-6AFBA1A1B117}" dt="2026-08-06T14:44:50.072" v="773" actId="1076"/>
          <ac:picMkLst>
            <pc:docMk/>
            <pc:sldMk cId="2006325808" sldId="275"/>
            <ac:picMk id="23" creationId="{F69663F8-3380-8825-4AED-90A28A913064}"/>
          </ac:picMkLst>
        </pc:picChg>
      </pc:sldChg>
      <pc:sldChg chg="addSp delSp modSp new mod">
        <pc:chgData name="Johanna Van Passel" userId="50a5774b-cbdc-4a72-a861-7e955e6bbd23" providerId="ADAL" clId="{08B45B0D-9E44-430D-A445-6AFBA1A1B117}" dt="2026-08-07T13:15:57.905" v="3354" actId="1035"/>
        <pc:sldMkLst>
          <pc:docMk/>
          <pc:sldMk cId="1300637427" sldId="276"/>
        </pc:sldMkLst>
        <pc:spChg chg="mod">
          <ac:chgData name="Johanna Van Passel" userId="50a5774b-cbdc-4a72-a861-7e955e6bbd23" providerId="ADAL" clId="{08B45B0D-9E44-430D-A445-6AFBA1A1B117}" dt="2026-08-06T15:10:53.623" v="877" actId="20577"/>
          <ac:spMkLst>
            <pc:docMk/>
            <pc:sldMk cId="1300637427" sldId="276"/>
            <ac:spMk id="4" creationId="{D6E13DB7-DB26-6B23-AC40-1D61AEC03A8D}"/>
          </ac:spMkLst>
        </pc:spChg>
        <pc:spChg chg="mod">
          <ac:chgData name="Johanna Van Passel" userId="50a5774b-cbdc-4a72-a861-7e955e6bbd23" providerId="ADAL" clId="{08B45B0D-9E44-430D-A445-6AFBA1A1B117}" dt="2026-08-07T13:15:25.007" v="3329"/>
          <ac:spMkLst>
            <pc:docMk/>
            <pc:sldMk cId="1300637427" sldId="276"/>
            <ac:spMk id="6" creationId="{9EA62994-5B83-57FF-7671-A9F890CD3825}"/>
          </ac:spMkLst>
        </pc:spChg>
        <pc:spChg chg="mod">
          <ac:chgData name="Johanna Van Passel" userId="50a5774b-cbdc-4a72-a861-7e955e6bbd23" providerId="ADAL" clId="{08B45B0D-9E44-430D-A445-6AFBA1A1B117}" dt="2026-08-07T13:15:25.007" v="3329"/>
          <ac:spMkLst>
            <pc:docMk/>
            <pc:sldMk cId="1300637427" sldId="276"/>
            <ac:spMk id="7" creationId="{7862085D-C503-1836-2868-12300A84A991}"/>
          </ac:spMkLst>
        </pc:spChg>
        <pc:spChg chg="mod">
          <ac:chgData name="Johanna Van Passel" userId="50a5774b-cbdc-4a72-a861-7e955e6bbd23" providerId="ADAL" clId="{08B45B0D-9E44-430D-A445-6AFBA1A1B117}" dt="2026-08-07T13:15:25.007" v="3329"/>
          <ac:spMkLst>
            <pc:docMk/>
            <pc:sldMk cId="1300637427" sldId="276"/>
            <ac:spMk id="9" creationId="{375EDBBD-585E-FB8B-424E-D5AB6628AB82}"/>
          </ac:spMkLst>
        </pc:spChg>
        <pc:spChg chg="mod">
          <ac:chgData name="Johanna Van Passel" userId="50a5774b-cbdc-4a72-a861-7e955e6bbd23" providerId="ADAL" clId="{08B45B0D-9E44-430D-A445-6AFBA1A1B117}" dt="2026-08-07T13:15:25.007" v="3329"/>
          <ac:spMkLst>
            <pc:docMk/>
            <pc:sldMk cId="1300637427" sldId="276"/>
            <ac:spMk id="11" creationId="{54CDB1E4-DFDD-D0BC-D94D-F0F03F9D62D3}"/>
          </ac:spMkLst>
        </pc:spChg>
        <pc:grpChg chg="add mod">
          <ac:chgData name="Johanna Van Passel" userId="50a5774b-cbdc-4a72-a861-7e955e6bbd23" providerId="ADAL" clId="{08B45B0D-9E44-430D-A445-6AFBA1A1B117}" dt="2026-08-07T13:15:25.007" v="3329"/>
          <ac:grpSpMkLst>
            <pc:docMk/>
            <pc:sldMk cId="1300637427" sldId="276"/>
            <ac:grpSpMk id="2" creationId="{45601C32-9F77-A4D7-A95D-A2A2BB5C9432}"/>
          </ac:grpSpMkLst>
        </pc:grpChg>
        <pc:picChg chg="mod">
          <ac:chgData name="Johanna Van Passel" userId="50a5774b-cbdc-4a72-a861-7e955e6bbd23" providerId="ADAL" clId="{08B45B0D-9E44-430D-A445-6AFBA1A1B117}" dt="2026-08-07T13:15:25.007" v="3329"/>
          <ac:picMkLst>
            <pc:docMk/>
            <pc:sldMk cId="1300637427" sldId="276"/>
            <ac:picMk id="5" creationId="{ED55A71E-5A5D-19EB-0219-771867DEB201}"/>
          </ac:picMkLst>
        </pc:picChg>
        <pc:picChg chg="add mod">
          <ac:chgData name="Johanna Van Passel" userId="50a5774b-cbdc-4a72-a861-7e955e6bbd23" providerId="ADAL" clId="{08B45B0D-9E44-430D-A445-6AFBA1A1B117}" dt="2026-08-07T13:15:51.910" v="3338" actId="14100"/>
          <ac:picMkLst>
            <pc:docMk/>
            <pc:sldMk cId="1300637427" sldId="276"/>
            <ac:picMk id="8" creationId="{253B9133-D6B6-B397-5C27-25081C10E9B9}"/>
          </ac:picMkLst>
        </pc:picChg>
        <pc:picChg chg="add mod">
          <ac:chgData name="Johanna Van Passel" userId="50a5774b-cbdc-4a72-a861-7e955e6bbd23" providerId="ADAL" clId="{08B45B0D-9E44-430D-A445-6AFBA1A1B117}" dt="2026-08-07T13:15:57.905" v="3354" actId="1035"/>
          <ac:picMkLst>
            <pc:docMk/>
            <pc:sldMk cId="1300637427" sldId="276"/>
            <ac:picMk id="10" creationId="{23D3E878-F2B0-6F13-B65D-C71099957073}"/>
          </ac:picMkLst>
        </pc:picChg>
        <pc:picChg chg="add mod">
          <ac:chgData name="Johanna Van Passel" userId="50a5774b-cbdc-4a72-a861-7e955e6bbd23" providerId="ADAL" clId="{08B45B0D-9E44-430D-A445-6AFBA1A1B117}" dt="2026-08-06T17:56:18.715" v="1101" actId="1076"/>
          <ac:picMkLst>
            <pc:docMk/>
            <pc:sldMk cId="1300637427" sldId="276"/>
            <ac:picMk id="21" creationId="{318D89C9-6577-29A7-F51F-63880ED0CDB5}"/>
          </ac:picMkLst>
        </pc:picChg>
        <pc:picChg chg="add mod">
          <ac:chgData name="Johanna Van Passel" userId="50a5774b-cbdc-4a72-a861-7e955e6bbd23" providerId="ADAL" clId="{08B45B0D-9E44-430D-A445-6AFBA1A1B117}" dt="2026-08-06T17:56:17.325" v="1100" actId="1076"/>
          <ac:picMkLst>
            <pc:docMk/>
            <pc:sldMk cId="1300637427" sldId="276"/>
            <ac:picMk id="23" creationId="{08189F77-7392-B9AF-33E2-7FFC8A300A2B}"/>
          </ac:picMkLst>
        </pc:picChg>
      </pc:sldChg>
      <pc:sldChg chg="addSp delSp modSp new mod">
        <pc:chgData name="Johanna Van Passel" userId="50a5774b-cbdc-4a72-a861-7e955e6bbd23" providerId="ADAL" clId="{08B45B0D-9E44-430D-A445-6AFBA1A1B117}" dt="2026-08-07T13:15:20.404" v="3328" actId="1035"/>
        <pc:sldMkLst>
          <pc:docMk/>
          <pc:sldMk cId="3154055475" sldId="277"/>
        </pc:sldMkLst>
        <pc:spChg chg="mod">
          <ac:chgData name="Johanna Van Passel" userId="50a5774b-cbdc-4a72-a861-7e955e6bbd23" providerId="ADAL" clId="{08B45B0D-9E44-430D-A445-6AFBA1A1B117}" dt="2026-08-06T15:27:30.369" v="945" actId="20577"/>
          <ac:spMkLst>
            <pc:docMk/>
            <pc:sldMk cId="3154055475" sldId="277"/>
            <ac:spMk id="4" creationId="{D1142F45-A6DA-1931-D7A5-DCB70237E91C}"/>
          </ac:spMkLst>
        </pc:spChg>
        <pc:spChg chg="mod">
          <ac:chgData name="Johanna Van Passel" userId="50a5774b-cbdc-4a72-a861-7e955e6bbd23" providerId="ADAL" clId="{08B45B0D-9E44-430D-A445-6AFBA1A1B117}" dt="2026-08-06T18:10:20.824" v="1246"/>
          <ac:spMkLst>
            <pc:docMk/>
            <pc:sldMk cId="3154055475" sldId="277"/>
            <ac:spMk id="26" creationId="{6B966C6E-0DB6-A572-18FC-238E74F959CF}"/>
          </ac:spMkLst>
        </pc:spChg>
        <pc:spChg chg="mod">
          <ac:chgData name="Johanna Van Passel" userId="50a5774b-cbdc-4a72-a861-7e955e6bbd23" providerId="ADAL" clId="{08B45B0D-9E44-430D-A445-6AFBA1A1B117}" dt="2026-08-06T18:10:20.824" v="1246"/>
          <ac:spMkLst>
            <pc:docMk/>
            <pc:sldMk cId="3154055475" sldId="277"/>
            <ac:spMk id="27" creationId="{F193D2C2-FEF6-11E0-F242-201153439653}"/>
          </ac:spMkLst>
        </pc:spChg>
        <pc:spChg chg="mod">
          <ac:chgData name="Johanna Van Passel" userId="50a5774b-cbdc-4a72-a861-7e955e6bbd23" providerId="ADAL" clId="{08B45B0D-9E44-430D-A445-6AFBA1A1B117}" dt="2026-08-06T18:10:20.824" v="1246"/>
          <ac:spMkLst>
            <pc:docMk/>
            <pc:sldMk cId="3154055475" sldId="277"/>
            <ac:spMk id="28" creationId="{46875249-9600-4D78-56C7-20D1F86701EA}"/>
          </ac:spMkLst>
        </pc:spChg>
        <pc:spChg chg="mod">
          <ac:chgData name="Johanna Van Passel" userId="50a5774b-cbdc-4a72-a861-7e955e6bbd23" providerId="ADAL" clId="{08B45B0D-9E44-430D-A445-6AFBA1A1B117}" dt="2026-08-06T18:10:20.824" v="1246"/>
          <ac:spMkLst>
            <pc:docMk/>
            <pc:sldMk cId="3154055475" sldId="277"/>
            <ac:spMk id="29" creationId="{477ACE01-40DC-3635-1C22-B07E9D81D437}"/>
          </ac:spMkLst>
        </pc:spChg>
        <pc:grpChg chg="add mod">
          <ac:chgData name="Johanna Van Passel" userId="50a5774b-cbdc-4a72-a861-7e955e6bbd23" providerId="ADAL" clId="{08B45B0D-9E44-430D-A445-6AFBA1A1B117}" dt="2026-08-07T13:15:20.404" v="3328" actId="1035"/>
          <ac:grpSpMkLst>
            <pc:docMk/>
            <pc:sldMk cId="3154055475" sldId="277"/>
            <ac:grpSpMk id="24" creationId="{B917CE3C-8E88-529A-C387-C7624F3A7876}"/>
          </ac:grpSpMkLst>
        </pc:grpChg>
        <pc:picChg chg="add mod">
          <ac:chgData name="Johanna Van Passel" userId="50a5774b-cbdc-4a72-a861-7e955e6bbd23" providerId="ADAL" clId="{08B45B0D-9E44-430D-A445-6AFBA1A1B117}" dt="2026-08-06T18:01:10.521" v="1183" actId="1076"/>
          <ac:picMkLst>
            <pc:docMk/>
            <pc:sldMk cId="3154055475" sldId="277"/>
            <ac:picMk id="8" creationId="{EC291E79-EC3F-9E87-250C-A3865620E523}"/>
          </ac:picMkLst>
        </pc:picChg>
        <pc:picChg chg="mod">
          <ac:chgData name="Johanna Van Passel" userId="50a5774b-cbdc-4a72-a861-7e955e6bbd23" providerId="ADAL" clId="{08B45B0D-9E44-430D-A445-6AFBA1A1B117}" dt="2026-08-06T18:10:20.824" v="1246"/>
          <ac:picMkLst>
            <pc:docMk/>
            <pc:sldMk cId="3154055475" sldId="277"/>
            <ac:picMk id="25" creationId="{B58CEA4D-0CA4-0367-84D9-C95EF0494946}"/>
          </ac:picMkLst>
        </pc:picChg>
      </pc:sldChg>
      <pc:sldChg chg="addSp delSp modSp new mod">
        <pc:chgData name="Johanna Van Passel" userId="50a5774b-cbdc-4a72-a861-7e955e6bbd23" providerId="ADAL" clId="{08B45B0D-9E44-430D-A445-6AFBA1A1B117}" dt="2026-08-06T18:10:17.858" v="1244"/>
        <pc:sldMkLst>
          <pc:docMk/>
          <pc:sldMk cId="2341332131" sldId="278"/>
        </pc:sldMkLst>
        <pc:spChg chg="mod">
          <ac:chgData name="Johanna Van Passel" userId="50a5774b-cbdc-4a72-a861-7e955e6bbd23" providerId="ADAL" clId="{08B45B0D-9E44-430D-A445-6AFBA1A1B117}" dt="2026-08-06T18:08:28.164" v="1229" actId="1076"/>
          <ac:spMkLst>
            <pc:docMk/>
            <pc:sldMk cId="2341332131" sldId="278"/>
            <ac:spMk id="2" creationId="{085E07F6-9874-32C5-0E4B-3E97546D1E6B}"/>
          </ac:spMkLst>
        </pc:spChg>
        <pc:spChg chg="mod">
          <ac:chgData name="Johanna Van Passel" userId="50a5774b-cbdc-4a72-a861-7e955e6bbd23" providerId="ADAL" clId="{08B45B0D-9E44-430D-A445-6AFBA1A1B117}" dt="2026-08-06T15:59:12.548" v="1001"/>
          <ac:spMkLst>
            <pc:docMk/>
            <pc:sldMk cId="2341332131" sldId="278"/>
            <ac:spMk id="4" creationId="{A19E7A8B-FBA7-DE28-67E4-D866421612AC}"/>
          </ac:spMkLst>
        </pc:spChg>
        <pc:spChg chg="add mod">
          <ac:chgData name="Johanna Van Passel" userId="50a5774b-cbdc-4a72-a861-7e955e6bbd23" providerId="ADAL" clId="{08B45B0D-9E44-430D-A445-6AFBA1A1B117}" dt="2026-08-06T18:08:26.432" v="1228" actId="1076"/>
          <ac:spMkLst>
            <pc:docMk/>
            <pc:sldMk cId="2341332131" sldId="278"/>
            <ac:spMk id="9" creationId="{8C1153EC-CC12-A3BF-C09C-99D9DB40B027}"/>
          </ac:spMkLst>
        </pc:spChg>
        <pc:spChg chg="mod">
          <ac:chgData name="Johanna Van Passel" userId="50a5774b-cbdc-4a72-a861-7e955e6bbd23" providerId="ADAL" clId="{08B45B0D-9E44-430D-A445-6AFBA1A1B117}" dt="2026-08-06T18:10:17.858" v="1244"/>
          <ac:spMkLst>
            <pc:docMk/>
            <pc:sldMk cId="2341332131" sldId="278"/>
            <ac:spMk id="25" creationId="{039E6439-484B-713C-F781-E8CB131E5372}"/>
          </ac:spMkLst>
        </pc:spChg>
        <pc:spChg chg="mod">
          <ac:chgData name="Johanna Van Passel" userId="50a5774b-cbdc-4a72-a861-7e955e6bbd23" providerId="ADAL" clId="{08B45B0D-9E44-430D-A445-6AFBA1A1B117}" dt="2026-08-06T18:10:17.858" v="1244"/>
          <ac:spMkLst>
            <pc:docMk/>
            <pc:sldMk cId="2341332131" sldId="278"/>
            <ac:spMk id="26" creationId="{58C41562-CF78-82DA-C19A-E71B5F2734E0}"/>
          </ac:spMkLst>
        </pc:spChg>
        <pc:spChg chg="mod">
          <ac:chgData name="Johanna Van Passel" userId="50a5774b-cbdc-4a72-a861-7e955e6bbd23" providerId="ADAL" clId="{08B45B0D-9E44-430D-A445-6AFBA1A1B117}" dt="2026-08-06T18:10:17.858" v="1244"/>
          <ac:spMkLst>
            <pc:docMk/>
            <pc:sldMk cId="2341332131" sldId="278"/>
            <ac:spMk id="27" creationId="{E5080042-0053-2E5F-C66F-BBF0AF366167}"/>
          </ac:spMkLst>
        </pc:spChg>
        <pc:spChg chg="mod">
          <ac:chgData name="Johanna Van Passel" userId="50a5774b-cbdc-4a72-a861-7e955e6bbd23" providerId="ADAL" clId="{08B45B0D-9E44-430D-A445-6AFBA1A1B117}" dt="2026-08-06T18:10:17.858" v="1244"/>
          <ac:spMkLst>
            <pc:docMk/>
            <pc:sldMk cId="2341332131" sldId="278"/>
            <ac:spMk id="28" creationId="{1DD88E78-B294-E08E-0DF1-788EFB4872D1}"/>
          </ac:spMkLst>
        </pc:spChg>
        <pc:grpChg chg="add mod">
          <ac:chgData name="Johanna Van Passel" userId="50a5774b-cbdc-4a72-a861-7e955e6bbd23" providerId="ADAL" clId="{08B45B0D-9E44-430D-A445-6AFBA1A1B117}" dt="2026-08-06T18:10:17.858" v="1244"/>
          <ac:grpSpMkLst>
            <pc:docMk/>
            <pc:sldMk cId="2341332131" sldId="278"/>
            <ac:grpSpMk id="23" creationId="{F36AD08A-E21A-B71A-86F9-A5C5AB8D2502}"/>
          </ac:grpSpMkLst>
        </pc:grpChg>
        <pc:picChg chg="add mod">
          <ac:chgData name="Johanna Van Passel" userId="50a5774b-cbdc-4a72-a861-7e955e6bbd23" providerId="ADAL" clId="{08B45B0D-9E44-430D-A445-6AFBA1A1B117}" dt="2026-08-06T18:00:38.016" v="1176" actId="1076"/>
          <ac:picMkLst>
            <pc:docMk/>
            <pc:sldMk cId="2341332131" sldId="278"/>
            <ac:picMk id="6" creationId="{FE4D83C4-2CF2-703E-D7E6-D0A470234BA6}"/>
          </ac:picMkLst>
        </pc:picChg>
        <pc:picChg chg="add mod">
          <ac:chgData name="Johanna Van Passel" userId="50a5774b-cbdc-4a72-a861-7e955e6bbd23" providerId="ADAL" clId="{08B45B0D-9E44-430D-A445-6AFBA1A1B117}" dt="2026-08-06T18:08:26.432" v="1228" actId="1076"/>
          <ac:picMkLst>
            <pc:docMk/>
            <pc:sldMk cId="2341332131" sldId="278"/>
            <ac:picMk id="8" creationId="{47FE027E-E809-8CBE-FDB5-B6AAB7A70BAD}"/>
          </ac:picMkLst>
        </pc:picChg>
        <pc:picChg chg="add mod">
          <ac:chgData name="Johanna Van Passel" userId="50a5774b-cbdc-4a72-a861-7e955e6bbd23" providerId="ADAL" clId="{08B45B0D-9E44-430D-A445-6AFBA1A1B117}" dt="2026-08-06T18:00:35.091" v="1175" actId="1076"/>
          <ac:picMkLst>
            <pc:docMk/>
            <pc:sldMk cId="2341332131" sldId="278"/>
            <ac:picMk id="14" creationId="{5ABE01B1-31EF-DF7E-58C4-56D726FA6FCE}"/>
          </ac:picMkLst>
        </pc:picChg>
        <pc:picChg chg="add mod">
          <ac:chgData name="Johanna Van Passel" userId="50a5774b-cbdc-4a72-a861-7e955e6bbd23" providerId="ADAL" clId="{08B45B0D-9E44-430D-A445-6AFBA1A1B117}" dt="2026-08-06T18:01:00.301" v="1179" actId="1076"/>
          <ac:picMkLst>
            <pc:docMk/>
            <pc:sldMk cId="2341332131" sldId="278"/>
            <ac:picMk id="16" creationId="{AD393A8A-28A1-4855-0979-A7AAAD32A407}"/>
          </ac:picMkLst>
        </pc:picChg>
        <pc:picChg chg="mod">
          <ac:chgData name="Johanna Van Passel" userId="50a5774b-cbdc-4a72-a861-7e955e6bbd23" providerId="ADAL" clId="{08B45B0D-9E44-430D-A445-6AFBA1A1B117}" dt="2026-08-06T18:10:17.858" v="1244"/>
          <ac:picMkLst>
            <pc:docMk/>
            <pc:sldMk cId="2341332131" sldId="278"/>
            <ac:picMk id="24" creationId="{69824203-264E-04F7-D8B7-58027975E5CF}"/>
          </ac:picMkLst>
        </pc:picChg>
      </pc:sldChg>
      <pc:sldChg chg="addSp delSp modSp new mod">
        <pc:chgData name="Johanna Van Passel" userId="50a5774b-cbdc-4a72-a861-7e955e6bbd23" providerId="ADAL" clId="{08B45B0D-9E44-430D-A445-6AFBA1A1B117}" dt="2026-08-06T18:10:07.872" v="1241" actId="1076"/>
        <pc:sldMkLst>
          <pc:docMk/>
          <pc:sldMk cId="69446987" sldId="279"/>
        </pc:sldMkLst>
        <pc:spChg chg="mod">
          <ac:chgData name="Johanna Van Passel" userId="50a5774b-cbdc-4a72-a861-7e955e6bbd23" providerId="ADAL" clId="{08B45B0D-9E44-430D-A445-6AFBA1A1B117}" dt="2026-08-06T18:09:54.604" v="1239" actId="14100"/>
          <ac:spMkLst>
            <pc:docMk/>
            <pc:sldMk cId="69446987" sldId="279"/>
            <ac:spMk id="2" creationId="{975C0AE0-891C-B758-4437-EF6AB057252A}"/>
          </ac:spMkLst>
        </pc:spChg>
        <pc:spChg chg="mod">
          <ac:chgData name="Johanna Van Passel" userId="50a5774b-cbdc-4a72-a861-7e955e6bbd23" providerId="ADAL" clId="{08B45B0D-9E44-430D-A445-6AFBA1A1B117}" dt="2026-08-06T17:59:36.049" v="1167" actId="20577"/>
          <ac:spMkLst>
            <pc:docMk/>
            <pc:sldMk cId="69446987" sldId="279"/>
            <ac:spMk id="4" creationId="{EAAC9549-F059-2793-2C6B-0747CFB9DFFF}"/>
          </ac:spMkLst>
        </pc:spChg>
        <pc:spChg chg="add mod">
          <ac:chgData name="Johanna Van Passel" userId="50a5774b-cbdc-4a72-a861-7e955e6bbd23" providerId="ADAL" clId="{08B45B0D-9E44-430D-A445-6AFBA1A1B117}" dt="2026-08-06T18:10:01.184" v="1240" actId="1076"/>
          <ac:spMkLst>
            <pc:docMk/>
            <pc:sldMk cId="69446987" sldId="279"/>
            <ac:spMk id="14" creationId="{15CA66D6-F162-FC84-A1EB-A6AC978BD718}"/>
          </ac:spMkLst>
        </pc:spChg>
        <pc:spChg chg="add mod">
          <ac:chgData name="Johanna Van Passel" userId="50a5774b-cbdc-4a72-a861-7e955e6bbd23" providerId="ADAL" clId="{08B45B0D-9E44-430D-A445-6AFBA1A1B117}" dt="2026-08-06T18:10:01.184" v="1240" actId="1076"/>
          <ac:spMkLst>
            <pc:docMk/>
            <pc:sldMk cId="69446987" sldId="279"/>
            <ac:spMk id="16" creationId="{677A34A4-0734-99B5-370C-43EDED8C3776}"/>
          </ac:spMkLst>
        </pc:spChg>
        <pc:spChg chg="add mod">
          <ac:chgData name="Johanna Van Passel" userId="50a5774b-cbdc-4a72-a861-7e955e6bbd23" providerId="ADAL" clId="{08B45B0D-9E44-430D-A445-6AFBA1A1B117}" dt="2026-08-06T18:10:01.184" v="1240" actId="1076"/>
          <ac:spMkLst>
            <pc:docMk/>
            <pc:sldMk cId="69446987" sldId="279"/>
            <ac:spMk id="18" creationId="{06F075C1-13EC-72B7-421F-A2546ECF4758}"/>
          </ac:spMkLst>
        </pc:spChg>
        <pc:spChg chg="add mod">
          <ac:chgData name="Johanna Van Passel" userId="50a5774b-cbdc-4a72-a861-7e955e6bbd23" providerId="ADAL" clId="{08B45B0D-9E44-430D-A445-6AFBA1A1B117}" dt="2026-08-06T18:10:01.184" v="1240" actId="1076"/>
          <ac:spMkLst>
            <pc:docMk/>
            <pc:sldMk cId="69446987" sldId="279"/>
            <ac:spMk id="20" creationId="{57395038-A567-1DD6-CD3A-F03C6C2A8108}"/>
          </ac:spMkLst>
        </pc:spChg>
        <pc:spChg chg="mod">
          <ac:chgData name="Johanna Van Passel" userId="50a5774b-cbdc-4a72-a861-7e955e6bbd23" providerId="ADAL" clId="{08B45B0D-9E44-430D-A445-6AFBA1A1B117}" dt="2026-08-06T18:09:47.886" v="1237"/>
          <ac:spMkLst>
            <pc:docMk/>
            <pc:sldMk cId="69446987" sldId="279"/>
            <ac:spMk id="23" creationId="{BFFB9476-C528-E4E2-4FCC-0613D468DF56}"/>
          </ac:spMkLst>
        </pc:spChg>
        <pc:spChg chg="mod">
          <ac:chgData name="Johanna Van Passel" userId="50a5774b-cbdc-4a72-a861-7e955e6bbd23" providerId="ADAL" clId="{08B45B0D-9E44-430D-A445-6AFBA1A1B117}" dt="2026-08-06T18:09:47.886" v="1237"/>
          <ac:spMkLst>
            <pc:docMk/>
            <pc:sldMk cId="69446987" sldId="279"/>
            <ac:spMk id="24" creationId="{C8844242-11CA-4B13-71B1-FA1D1EA21C29}"/>
          </ac:spMkLst>
        </pc:spChg>
        <pc:spChg chg="mod">
          <ac:chgData name="Johanna Van Passel" userId="50a5774b-cbdc-4a72-a861-7e955e6bbd23" providerId="ADAL" clId="{08B45B0D-9E44-430D-A445-6AFBA1A1B117}" dt="2026-08-06T18:09:47.886" v="1237"/>
          <ac:spMkLst>
            <pc:docMk/>
            <pc:sldMk cId="69446987" sldId="279"/>
            <ac:spMk id="25" creationId="{8E7364D6-1812-E6FA-2909-98F50DA406E1}"/>
          </ac:spMkLst>
        </pc:spChg>
        <pc:spChg chg="mod">
          <ac:chgData name="Johanna Van Passel" userId="50a5774b-cbdc-4a72-a861-7e955e6bbd23" providerId="ADAL" clId="{08B45B0D-9E44-430D-A445-6AFBA1A1B117}" dt="2026-08-06T18:09:47.886" v="1237"/>
          <ac:spMkLst>
            <pc:docMk/>
            <pc:sldMk cId="69446987" sldId="279"/>
            <ac:spMk id="26" creationId="{EA1A4EE9-C411-663B-A484-C94D3F8C4EB1}"/>
          </ac:spMkLst>
        </pc:spChg>
        <pc:grpChg chg="add mod">
          <ac:chgData name="Johanna Van Passel" userId="50a5774b-cbdc-4a72-a861-7e955e6bbd23" providerId="ADAL" clId="{08B45B0D-9E44-430D-A445-6AFBA1A1B117}" dt="2026-08-06T18:10:07.872" v="1241" actId="1076"/>
          <ac:grpSpMkLst>
            <pc:docMk/>
            <pc:sldMk cId="69446987" sldId="279"/>
            <ac:grpSpMk id="21" creationId="{B6139814-28AB-AEB6-31FF-9D043EE8E96D}"/>
          </ac:grpSpMkLst>
        </pc:grpChg>
        <pc:picChg chg="add mod">
          <ac:chgData name="Johanna Van Passel" userId="50a5774b-cbdc-4a72-a861-7e955e6bbd23" providerId="ADAL" clId="{08B45B0D-9E44-430D-A445-6AFBA1A1B117}" dt="2026-08-06T18:03:39.164" v="1204" actId="1076"/>
          <ac:picMkLst>
            <pc:docMk/>
            <pc:sldMk cId="69446987" sldId="279"/>
            <ac:picMk id="6" creationId="{CF14D2FC-A9A9-BF69-D62C-EF9F6667B82E}"/>
          </ac:picMkLst>
        </pc:picChg>
        <pc:picChg chg="add mod">
          <ac:chgData name="Johanna Van Passel" userId="50a5774b-cbdc-4a72-a861-7e955e6bbd23" providerId="ADAL" clId="{08B45B0D-9E44-430D-A445-6AFBA1A1B117}" dt="2026-08-06T18:10:01.184" v="1240" actId="1076"/>
          <ac:picMkLst>
            <pc:docMk/>
            <pc:sldMk cId="69446987" sldId="279"/>
            <ac:picMk id="10" creationId="{EAD6EDF1-B44E-BC49-235C-1082FF382757}"/>
          </ac:picMkLst>
        </pc:picChg>
        <pc:picChg chg="add mod">
          <ac:chgData name="Johanna Van Passel" userId="50a5774b-cbdc-4a72-a861-7e955e6bbd23" providerId="ADAL" clId="{08B45B0D-9E44-430D-A445-6AFBA1A1B117}" dt="2026-08-06T18:10:01.184" v="1240" actId="1076"/>
          <ac:picMkLst>
            <pc:docMk/>
            <pc:sldMk cId="69446987" sldId="279"/>
            <ac:picMk id="12" creationId="{D08582F7-4D7B-9E65-E72B-0E1DA4500733}"/>
          </ac:picMkLst>
        </pc:picChg>
        <pc:picChg chg="mod">
          <ac:chgData name="Johanna Van Passel" userId="50a5774b-cbdc-4a72-a861-7e955e6bbd23" providerId="ADAL" clId="{08B45B0D-9E44-430D-A445-6AFBA1A1B117}" dt="2026-08-06T18:09:47.886" v="1237"/>
          <ac:picMkLst>
            <pc:docMk/>
            <pc:sldMk cId="69446987" sldId="279"/>
            <ac:picMk id="22" creationId="{58947056-787D-AA1D-4C68-B05378BD2E8A}"/>
          </ac:picMkLst>
        </pc:picChg>
      </pc:sldChg>
      <pc:sldChg chg="addSp delSp modSp new mod">
        <pc:chgData name="Johanna Van Passel" userId="50a5774b-cbdc-4a72-a861-7e955e6bbd23" providerId="ADAL" clId="{08B45B0D-9E44-430D-A445-6AFBA1A1B117}" dt="2026-08-06T19:11:09.903" v="1310" actId="1076"/>
        <pc:sldMkLst>
          <pc:docMk/>
          <pc:sldMk cId="3976186959" sldId="280"/>
        </pc:sldMkLst>
        <pc:spChg chg="mod">
          <ac:chgData name="Johanna Van Passel" userId="50a5774b-cbdc-4a72-a861-7e955e6bbd23" providerId="ADAL" clId="{08B45B0D-9E44-430D-A445-6AFBA1A1B117}" dt="2026-08-06T19:06:34.059" v="1295" actId="20577"/>
          <ac:spMkLst>
            <pc:docMk/>
            <pc:sldMk cId="3976186959" sldId="280"/>
            <ac:spMk id="4" creationId="{420A7E84-110E-DB25-8E30-D3C966B3A692}"/>
          </ac:spMkLst>
        </pc:spChg>
        <pc:picChg chg="add mod">
          <ac:chgData name="Johanna Van Passel" userId="50a5774b-cbdc-4a72-a861-7e955e6bbd23" providerId="ADAL" clId="{08B45B0D-9E44-430D-A445-6AFBA1A1B117}" dt="2026-08-06T19:11:09.903" v="1310" actId="1076"/>
          <ac:picMkLst>
            <pc:docMk/>
            <pc:sldMk cId="3976186959" sldId="280"/>
            <ac:picMk id="6" creationId="{47333952-9E33-11A1-88E3-EEC66088944C}"/>
          </ac:picMkLst>
        </pc:picChg>
        <pc:picChg chg="add mod">
          <ac:chgData name="Johanna Van Passel" userId="50a5774b-cbdc-4a72-a861-7e955e6bbd23" providerId="ADAL" clId="{08B45B0D-9E44-430D-A445-6AFBA1A1B117}" dt="2026-08-06T19:08:16.103" v="1308" actId="1076"/>
          <ac:picMkLst>
            <pc:docMk/>
            <pc:sldMk cId="3976186959" sldId="280"/>
            <ac:picMk id="8" creationId="{6C8FFF7B-CF31-10EE-A7D6-F6011EDB1242}"/>
          </ac:picMkLst>
        </pc:picChg>
        <pc:picChg chg="add mod">
          <ac:chgData name="Johanna Van Passel" userId="50a5774b-cbdc-4a72-a861-7e955e6bbd23" providerId="ADAL" clId="{08B45B0D-9E44-430D-A445-6AFBA1A1B117}" dt="2026-08-06T19:08:17.264" v="1309" actId="1076"/>
          <ac:picMkLst>
            <pc:docMk/>
            <pc:sldMk cId="3976186959" sldId="280"/>
            <ac:picMk id="10" creationId="{3B801F55-7879-0B0D-7AAF-E473DB11701A}"/>
          </ac:picMkLst>
        </pc:picChg>
      </pc:sldChg>
      <pc:sldChg chg="addSp delSp modSp new del mod">
        <pc:chgData name="Johanna Van Passel" userId="50a5774b-cbdc-4a72-a861-7e955e6bbd23" providerId="ADAL" clId="{08B45B0D-9E44-430D-A445-6AFBA1A1B117}" dt="2026-08-27T00:32:10.454" v="4293" actId="47"/>
        <pc:sldMkLst>
          <pc:docMk/>
          <pc:sldMk cId="3027415814" sldId="281"/>
        </pc:sldMkLst>
        <pc:spChg chg="mod">
          <ac:chgData name="Johanna Van Passel" userId="50a5774b-cbdc-4a72-a861-7e955e6bbd23" providerId="ADAL" clId="{08B45B0D-9E44-430D-A445-6AFBA1A1B117}" dt="2026-08-06T19:11:23.994" v="1350" actId="20577"/>
          <ac:spMkLst>
            <pc:docMk/>
            <pc:sldMk cId="3027415814" sldId="281"/>
            <ac:spMk id="4" creationId="{32BD00D5-1615-2DB3-3126-46538B7A384E}"/>
          </ac:spMkLst>
        </pc:spChg>
        <pc:spChg chg="add mod">
          <ac:chgData name="Johanna Van Passel" userId="50a5774b-cbdc-4a72-a861-7e955e6bbd23" providerId="ADAL" clId="{08B45B0D-9E44-430D-A445-6AFBA1A1B117}" dt="2026-08-07T13:09:36.321" v="3219" actId="27636"/>
          <ac:spMkLst>
            <pc:docMk/>
            <pc:sldMk cId="3027415814" sldId="281"/>
            <ac:spMk id="13" creationId="{343F6EB0-593B-2071-C092-3AC85A0929F4}"/>
          </ac:spMkLst>
        </pc:spChg>
        <pc:picChg chg="add mod">
          <ac:chgData name="Johanna Van Passel" userId="50a5774b-cbdc-4a72-a861-7e955e6bbd23" providerId="ADAL" clId="{08B45B0D-9E44-430D-A445-6AFBA1A1B117}" dt="2026-08-06T19:12:23.222" v="1354" actId="1076"/>
          <ac:picMkLst>
            <pc:docMk/>
            <pc:sldMk cId="3027415814" sldId="281"/>
            <ac:picMk id="6" creationId="{5D8CA9B2-D4A6-B341-45DC-5F225A7F6BD7}"/>
          </ac:picMkLst>
        </pc:picChg>
        <pc:picChg chg="add mod">
          <ac:chgData name="Johanna Van Passel" userId="50a5774b-cbdc-4a72-a861-7e955e6bbd23" providerId="ADAL" clId="{08B45B0D-9E44-430D-A445-6AFBA1A1B117}" dt="2026-08-06T19:12:28.809" v="1356" actId="1076"/>
          <ac:picMkLst>
            <pc:docMk/>
            <pc:sldMk cId="3027415814" sldId="281"/>
            <ac:picMk id="8" creationId="{323A588C-5ABD-D17D-3F83-8FA9DB4C30F6}"/>
          </ac:picMkLst>
        </pc:picChg>
        <pc:picChg chg="add mod">
          <ac:chgData name="Johanna Van Passel" userId="50a5774b-cbdc-4a72-a861-7e955e6bbd23" providerId="ADAL" clId="{08B45B0D-9E44-430D-A445-6AFBA1A1B117}" dt="2026-08-06T19:13:49.758" v="1365" actId="1076"/>
          <ac:picMkLst>
            <pc:docMk/>
            <pc:sldMk cId="3027415814" sldId="281"/>
            <ac:picMk id="12" creationId="{A398DB4E-23CA-4A9D-BE63-700FD787F272}"/>
          </ac:picMkLst>
        </pc:picChg>
      </pc:sldChg>
      <pc:sldChg chg="modSp new mod">
        <pc:chgData name="Johanna Van Passel" userId="50a5774b-cbdc-4a72-a861-7e955e6bbd23" providerId="ADAL" clId="{08B45B0D-9E44-430D-A445-6AFBA1A1B117}" dt="2026-08-27T00:32:38.387" v="4294" actId="20577"/>
        <pc:sldMkLst>
          <pc:docMk/>
          <pc:sldMk cId="556432454" sldId="282"/>
        </pc:sldMkLst>
        <pc:spChg chg="mod">
          <ac:chgData name="Johanna Van Passel" userId="50a5774b-cbdc-4a72-a861-7e955e6bbd23" providerId="ADAL" clId="{08B45B0D-9E44-430D-A445-6AFBA1A1B117}" dt="2026-08-27T00:32:38.387" v="4294" actId="20577"/>
          <ac:spMkLst>
            <pc:docMk/>
            <pc:sldMk cId="556432454" sldId="282"/>
            <ac:spMk id="2" creationId="{D6D8F263-4485-1632-72B0-771A9F4170DF}"/>
          </ac:spMkLst>
        </pc:spChg>
        <pc:spChg chg="mod">
          <ac:chgData name="Johanna Van Passel" userId="50a5774b-cbdc-4a72-a861-7e955e6bbd23" providerId="ADAL" clId="{08B45B0D-9E44-430D-A445-6AFBA1A1B117}" dt="2026-08-06T20:08:07.844" v="1532" actId="20577"/>
          <ac:spMkLst>
            <pc:docMk/>
            <pc:sldMk cId="556432454" sldId="282"/>
            <ac:spMk id="4" creationId="{16E67B04-27ED-01C5-C4D4-C5C45CCD5563}"/>
          </ac:spMkLst>
        </pc:spChg>
      </pc:sldChg>
      <pc:sldChg chg="addSp modSp new mod">
        <pc:chgData name="Johanna Van Passel" userId="50a5774b-cbdc-4a72-a861-7e955e6bbd23" providerId="ADAL" clId="{08B45B0D-9E44-430D-A445-6AFBA1A1B117}" dt="2026-08-20T13:53:26.292" v="3491" actId="1076"/>
        <pc:sldMkLst>
          <pc:docMk/>
          <pc:sldMk cId="1463180180" sldId="283"/>
        </pc:sldMkLst>
        <pc:spChg chg="mod">
          <ac:chgData name="Johanna Van Passel" userId="50a5774b-cbdc-4a72-a861-7e955e6bbd23" providerId="ADAL" clId="{08B45B0D-9E44-430D-A445-6AFBA1A1B117}" dt="2026-08-20T13:47:26.725" v="3434" actId="5793"/>
          <ac:spMkLst>
            <pc:docMk/>
            <pc:sldMk cId="1463180180" sldId="283"/>
            <ac:spMk id="2" creationId="{D4D5C567-4384-3EBE-DCD0-522DA980EB11}"/>
          </ac:spMkLst>
        </pc:spChg>
        <pc:spChg chg="mod">
          <ac:chgData name="Johanna Van Passel" userId="50a5774b-cbdc-4a72-a861-7e955e6bbd23" providerId="ADAL" clId="{08B45B0D-9E44-430D-A445-6AFBA1A1B117}" dt="2026-08-07T13:00:29.650" v="2874" actId="20577"/>
          <ac:spMkLst>
            <pc:docMk/>
            <pc:sldMk cId="1463180180" sldId="283"/>
            <ac:spMk id="4" creationId="{4D39458A-EF8F-1434-CFF3-070C06C08FE6}"/>
          </ac:spMkLst>
        </pc:spChg>
        <pc:picChg chg="add mod">
          <ac:chgData name="Johanna Van Passel" userId="50a5774b-cbdc-4a72-a861-7e955e6bbd23" providerId="ADAL" clId="{08B45B0D-9E44-430D-A445-6AFBA1A1B117}" dt="2026-08-20T13:53:24.388" v="3490" actId="1076"/>
          <ac:picMkLst>
            <pc:docMk/>
            <pc:sldMk cId="1463180180" sldId="283"/>
            <ac:picMk id="6" creationId="{8742BF93-07E5-9171-8DEB-355510347588}"/>
          </ac:picMkLst>
        </pc:picChg>
        <pc:picChg chg="add mod">
          <ac:chgData name="Johanna Van Passel" userId="50a5774b-cbdc-4a72-a861-7e955e6bbd23" providerId="ADAL" clId="{08B45B0D-9E44-430D-A445-6AFBA1A1B117}" dt="2026-08-20T13:53:26.292" v="3491" actId="1076"/>
          <ac:picMkLst>
            <pc:docMk/>
            <pc:sldMk cId="1463180180" sldId="283"/>
            <ac:picMk id="8" creationId="{50F092E8-158F-2EE6-992B-D4EB719F11E5}"/>
          </ac:picMkLst>
        </pc:picChg>
      </pc:sldChg>
      <pc:sldChg chg="addSp delSp modSp add mod">
        <pc:chgData name="Johanna Van Passel" userId="50a5774b-cbdc-4a72-a861-7e955e6bbd23" providerId="ADAL" clId="{08B45B0D-9E44-430D-A445-6AFBA1A1B117}" dt="2026-08-20T14:02:20.820" v="3494" actId="1076"/>
        <pc:sldMkLst>
          <pc:docMk/>
          <pc:sldMk cId="2376956412" sldId="284"/>
        </pc:sldMkLst>
        <pc:spChg chg="mod">
          <ac:chgData name="Johanna Van Passel" userId="50a5774b-cbdc-4a72-a861-7e955e6bbd23" providerId="ADAL" clId="{08B45B0D-9E44-430D-A445-6AFBA1A1B117}" dt="2026-08-20T13:53:11.398" v="3487" actId="20577"/>
          <ac:spMkLst>
            <pc:docMk/>
            <pc:sldMk cId="2376956412" sldId="284"/>
            <ac:spMk id="2" creationId="{F0F9A359-1DFE-952F-52FC-33E507C9A772}"/>
          </ac:spMkLst>
        </pc:spChg>
        <pc:picChg chg="add mod">
          <ac:chgData name="Johanna Van Passel" userId="50a5774b-cbdc-4a72-a861-7e955e6bbd23" providerId="ADAL" clId="{08B45B0D-9E44-430D-A445-6AFBA1A1B117}" dt="2026-08-20T13:53:29.658" v="3492" actId="1076"/>
          <ac:picMkLst>
            <pc:docMk/>
            <pc:sldMk cId="2376956412" sldId="284"/>
            <ac:picMk id="7" creationId="{8A0CD33F-9D2C-1D42-4E41-CB131227477C}"/>
          </ac:picMkLst>
        </pc:picChg>
        <pc:picChg chg="add mod">
          <ac:chgData name="Johanna Van Passel" userId="50a5774b-cbdc-4a72-a861-7e955e6bbd23" providerId="ADAL" clId="{08B45B0D-9E44-430D-A445-6AFBA1A1B117}" dt="2026-08-20T14:02:20.820" v="3494" actId="1076"/>
          <ac:picMkLst>
            <pc:docMk/>
            <pc:sldMk cId="2376956412" sldId="284"/>
            <ac:picMk id="10" creationId="{E7648741-E5FB-4BEF-8365-58D9D2CBD04F}"/>
          </ac:picMkLst>
        </pc:picChg>
      </pc:sldChg>
      <pc:sldChg chg="addSp delSp modSp new del mod">
        <pc:chgData name="Johanna Van Passel" userId="50a5774b-cbdc-4a72-a861-7e955e6bbd23" providerId="ADAL" clId="{08B45B0D-9E44-430D-A445-6AFBA1A1B117}" dt="2026-08-27T00:30:17.225" v="4290" actId="47"/>
        <pc:sldMkLst>
          <pc:docMk/>
          <pc:sldMk cId="1254401669" sldId="285"/>
        </pc:sldMkLst>
      </pc:sldChg>
      <pc:sldChg chg="addSp delSp modSp add mod">
        <pc:chgData name="Johanna Van Passel" userId="50a5774b-cbdc-4a72-a861-7e955e6bbd23" providerId="ADAL" clId="{08B45B0D-9E44-430D-A445-6AFBA1A1B117}" dt="2026-08-22T17:54:09.905" v="4200" actId="1076"/>
        <pc:sldMkLst>
          <pc:docMk/>
          <pc:sldMk cId="67047729" sldId="286"/>
        </pc:sldMkLst>
        <pc:spChg chg="mod">
          <ac:chgData name="Johanna Van Passel" userId="50a5774b-cbdc-4a72-a861-7e955e6bbd23" providerId="ADAL" clId="{08B45B0D-9E44-430D-A445-6AFBA1A1B117}" dt="2026-08-22T17:54:05.132" v="4198" actId="20577"/>
          <ac:spMkLst>
            <pc:docMk/>
            <pc:sldMk cId="67047729" sldId="286"/>
            <ac:spMk id="2" creationId="{D76B6809-E396-81A7-BF7C-A7884829E358}"/>
          </ac:spMkLst>
        </pc:spChg>
        <pc:picChg chg="add mod">
          <ac:chgData name="Johanna Van Passel" userId="50a5774b-cbdc-4a72-a861-7e955e6bbd23" providerId="ADAL" clId="{08B45B0D-9E44-430D-A445-6AFBA1A1B117}" dt="2026-08-22T17:54:07.885" v="4199" actId="1076"/>
          <ac:picMkLst>
            <pc:docMk/>
            <pc:sldMk cId="67047729" sldId="286"/>
            <ac:picMk id="12" creationId="{E5E7B806-6DE3-8ABB-9233-C81C45D2A118}"/>
          </ac:picMkLst>
        </pc:picChg>
        <pc:picChg chg="add mod">
          <ac:chgData name="Johanna Van Passel" userId="50a5774b-cbdc-4a72-a861-7e955e6bbd23" providerId="ADAL" clId="{08B45B0D-9E44-430D-A445-6AFBA1A1B117}" dt="2026-08-22T17:54:09.905" v="4200" actId="1076"/>
          <ac:picMkLst>
            <pc:docMk/>
            <pc:sldMk cId="67047729" sldId="286"/>
            <ac:picMk id="15" creationId="{505F7974-B599-D691-FCD9-3DDF37ED05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50DFB-A557-406F-8DD8-3FCB5E9AC9F7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964E0-075A-43A2-B1C7-02AA4F1590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357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1602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accent1"/>
                </a:solidFill>
              </a:rPr>
              <a:t>bitwiseAnd</a:t>
            </a:r>
            <a:r>
              <a:rPr lang="en-GB" dirty="0">
                <a:solidFill>
                  <a:schemeClr val="accent1"/>
                </a:solidFill>
              </a:rPr>
              <a:t> only keeps the spaces turned on (‘1’) that are turned on in both binary codes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964E0-075A-43A2-B1C7-02AA4F1590D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204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In 2003, scan line corrector on Landsat 7 failed: Each scene contains wedge-shaped gaps with no data. About </a:t>
            </a:r>
            <a:r>
              <a:rPr lang="en-GB" b="1" dirty="0"/>
              <a:t>22% of each scene is missing</a:t>
            </a:r>
            <a:r>
              <a:rPr lang="en-GB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964E0-075A-43A2-B1C7-02AA4F1590D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609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C983-22B1-1F39-82E0-B838AAD76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F8B0A-4EE9-1D4E-187A-64F354BFB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4F897-E3D2-8403-A1F0-4DA731BA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0AE18-5B30-1CE4-5C6B-CB58DCE3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Accessing and using spatiotemporal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D24A8-A80D-CBE7-9B33-BDE69ECBC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46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BB39-7C08-B751-9E0B-A3A780EF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F1C3-D42C-5237-B81D-7113A2808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E09B7-4FBC-4393-2B4C-4AF46B31B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F6E87-BE97-69B0-3849-ED164783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Accessing and using spatiotemporal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68F3B-5A29-471D-B72A-09B79903B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136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9714-3540-1819-3651-000566DB3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ABFFB-C5BD-2F2A-270E-213307037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DF1F7-3A57-04B1-5ABB-2C841345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D4031-6E82-2B85-CBC3-40958E4B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Accessing and using spatiotemporal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37727-DB0C-187F-806B-E6C8D386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367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47621-5E6C-9307-6D9D-085DBBCE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2FADE-34FB-192F-0F00-9DB270AB8E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8C749-0616-B11D-B8B9-7BFD8F0CB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2BF8E-2DA5-FA36-BD0C-0AD97E285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24800-4095-C679-9793-021D06C5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Accessing and using spatiotemporal data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09855-CC9F-4EA8-48D2-FD3F7AEFC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30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F44D-4CED-16F4-2B3C-438E593A0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BF4F1-B94D-05D7-1AC8-AAF44340E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EEAF3-74CB-6306-4F1D-EECC1CCB2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4005F-07D3-6680-2FC9-8E031E364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3B2BA-9042-4CC5-75DA-56E7AD6FC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BF7CF0-E267-7883-C7E6-5108865E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B627D7-304D-29F5-289D-C15AA58B2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Accessing and using spatiotemporal data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EA7609-53A2-F7A6-DFB2-3900E797B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693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FB24-287A-9F1F-9C1C-37080D89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3754DF-9C0E-CAFC-236F-F573F5E0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6B1FB1-D5AC-ACC8-08F4-AE971D72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Accessing and using spatiotemporal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2E741-52D0-EBD2-6D9A-EEF1A7AE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63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0296F-E2B0-7EC6-5343-EFF874E2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F0776F-DC54-09C4-717A-E794C3D3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Accessing and using spatiotemporal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0911D-0328-92C7-3FB5-1BFEE2A0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11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9D7C-83F4-3E9F-3197-5C0AE96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8AC4B-6FD4-DFAF-2CDD-FCA331509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8A0E6-0185-9F8B-A1D8-7F0FD1A25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7C9E8-97D2-5340-B030-9774D85B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CC1FA-E767-8EA2-925C-B786F6AA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Accessing and using spatiotemporal data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92ED4-E94A-F465-35B3-A8283D39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52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3F4C-C3D8-E3E4-C89E-2872FC7EB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2ABF4-D12A-2F94-226F-BBE6918C6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A444D-E48C-E083-7BE6-7014640F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44A4D-289D-0EB6-3902-E72D4790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86425-F762-31A9-0057-417587D4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Accessing and using spatiotemporal data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1DA58-5527-BF46-8678-D6909B81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12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EAF6-E566-FC29-CC3A-856F23EC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9AE66-2A34-D6D2-1FF0-602F586DF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6594-BA44-069B-DD7D-E6F40D04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E4A39-A56D-5028-BAF9-4022C465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Accessing and using spatiotemporal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E7482-D6D2-DD2A-B136-5523582D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894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5D2507-3DBC-6EDC-FED3-81E01AFA8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51E90-7D7A-CE5B-00F8-84FC863BA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186EC-B697-A3E2-E02F-D4659EB0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B8990-850C-EAD1-35AC-9B719F65E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Accessing and using spatiotemporal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E394-575F-781D-B2C0-1A003C79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285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42101-80DD-F103-1D38-A0E2071DA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10515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93618-99B9-E6F2-829A-E7C967428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8991" y="6356350"/>
            <a:ext cx="7184409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Accessing and using spatiotemporal data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7E47A-1503-70BD-84DE-68C3F2D6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‹#›</a:t>
            </a:fld>
            <a:endParaRPr lang="en-B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9F526E-E4EE-E2C7-2072-9CC7621273C6}"/>
              </a:ext>
            </a:extLst>
          </p:cNvPr>
          <p:cNvCxnSpPr>
            <a:cxnSpLocks/>
          </p:cNvCxnSpPr>
          <p:nvPr userDrawn="1"/>
        </p:nvCxnSpPr>
        <p:spPr>
          <a:xfrm>
            <a:off x="0" y="1103086"/>
            <a:ext cx="5181600" cy="0"/>
          </a:xfrm>
          <a:prstGeom prst="line">
            <a:avLst/>
          </a:prstGeom>
          <a:ln w="38100">
            <a:solidFill>
              <a:srgbClr val="03CD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4">
            <a:extLst>
              <a:ext uri="{FF2B5EF4-FFF2-40B4-BE49-F238E27FC236}">
                <a16:creationId xmlns:a16="http://schemas.microsoft.com/office/drawing/2014/main" id="{B57E9A16-DEB8-E94C-4868-2E421FB40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23" y="1"/>
            <a:ext cx="10515600" cy="1103086"/>
          </a:xfrm>
        </p:spPr>
        <p:txBody>
          <a:bodyPr/>
          <a:lstStyle>
            <a:lvl1pPr>
              <a:defRPr>
                <a:solidFill>
                  <a:srgbClr val="03CDAB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pic>
        <p:nvPicPr>
          <p:cNvPr id="16" name="Picture 15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1EEFE0FE-0D8C-8114-D141-7B774B4D89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5185" y="5865561"/>
            <a:ext cx="1257427" cy="100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66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E51647-280C-808F-7E3A-C46710E9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CA36D-DFBC-8ACA-384A-89FA6F25B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81A32-2C05-1B68-8A3D-4751C1799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43512-7ADA-BB38-D6A5-89DDD46B2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Accessing and using spatiotemporal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47C3A-8C66-39A8-7341-E9B6EB010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68E89-A0A1-4846-80B6-1C2F2A4E4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41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earthengine.google.com/6f5026efd5f3a37d976a019d028a24a0" TargetMode="External"/><Relationship Id="rId2" Type="http://schemas.openxmlformats.org/officeDocument/2006/relationships/hyperlink" Target="https://code.earthengine.google.com/de7582b6f846bd2dc9c17f45b448e4e4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ode.earthengine.google.com/ac0e4f4c83f614c7dadbe573a142e45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ue and yellow shapes&#10;&#10;Description automatically generated">
            <a:extLst>
              <a:ext uri="{FF2B5EF4-FFF2-40B4-BE49-F238E27FC236}">
                <a16:creationId xmlns:a16="http://schemas.microsoft.com/office/drawing/2014/main" id="{D93F1846-A82D-1EEC-FEEF-BBBA6AC7E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221" y="-24064"/>
            <a:ext cx="12396544" cy="69715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ACEFD1-7132-0F18-189E-49E35FF3BD62}"/>
              </a:ext>
            </a:extLst>
          </p:cNvPr>
          <p:cNvSpPr txBox="1"/>
          <p:nvPr/>
        </p:nvSpPr>
        <p:spPr>
          <a:xfrm>
            <a:off x="653296" y="1687661"/>
            <a:ext cx="83901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Accessing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using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spatiotemporal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data: </a:t>
            </a:r>
          </a:p>
          <a:p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climate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satellite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products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GB" sz="2800" dirty="0"/>
              <a:t>Class 4 – Practical: extracting satellite data from GEE and comparison of satellite with climate data in R</a:t>
            </a:r>
            <a:endParaRPr lang="en-BE" sz="2800" dirty="0">
              <a:latin typeface="Gill Sans MT" panose="020B0502020104020203" pitchFamily="34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65B59-3028-3AEA-ECA9-A97AB07A5021}"/>
              </a:ext>
            </a:extLst>
          </p:cNvPr>
          <p:cNvSpPr txBox="1"/>
          <p:nvPr/>
        </p:nvSpPr>
        <p:spPr>
          <a:xfrm>
            <a:off x="2512003" y="4450829"/>
            <a:ext cx="5688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Johanna Van Passel - </a:t>
            </a:r>
            <a:r>
              <a:rPr lang="nl-BE" sz="24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Ghent</a:t>
            </a:r>
            <a:r>
              <a:rPr lang="nl-BE" sz="24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University</a:t>
            </a:r>
          </a:p>
          <a:p>
            <a:r>
              <a:rPr lang="nl-BE" sz="24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Johanna.vanpassel@ugent.be</a:t>
            </a:r>
            <a:endParaRPr lang="en-BE" sz="2400" dirty="0">
              <a:latin typeface="Gill Sans MT" panose="020B0502020104020203" pitchFamily="34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Picture 1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281DFF7-3693-864B-A67C-96179575E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54" y="5461488"/>
            <a:ext cx="1853097" cy="1485974"/>
          </a:xfrm>
          <a:prstGeom prst="rect">
            <a:avLst/>
          </a:prstGeom>
        </p:spPr>
      </p:pic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023CF7B-A099-CB69-A010-ECE854BCC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07" y="535718"/>
            <a:ext cx="3495934" cy="4565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E60592-FF58-09B1-3623-65F1D8FFC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96" y="3937053"/>
            <a:ext cx="1620000" cy="1620000"/>
          </a:xfrm>
          <a:prstGeom prst="ellipse">
            <a:avLst/>
          </a:prstGeom>
          <a:ln w="76200">
            <a:solidFill>
              <a:srgbClr val="FFD700"/>
            </a:solidFill>
          </a:ln>
        </p:spPr>
      </p:pic>
    </p:spTree>
    <p:extLst>
      <p:ext uri="{BB962C8B-B14F-4D97-AF65-F5344CB8AC3E}">
        <p14:creationId xmlns:p14="http://schemas.microsoft.com/office/powerpoint/2010/main" val="1992166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88528A-052D-15DF-5A72-440BF9BD3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6196240" cy="4351338"/>
          </a:xfrm>
        </p:spPr>
        <p:txBody>
          <a:bodyPr/>
          <a:lstStyle/>
          <a:p>
            <a:r>
              <a:rPr lang="en-GB" dirty="0"/>
              <a:t>Bitmask: </a:t>
            </a:r>
          </a:p>
          <a:p>
            <a:pPr lvl="1"/>
            <a:r>
              <a:rPr lang="en-GB" dirty="0"/>
              <a:t>Every pixel encoded using 8 bits</a:t>
            </a:r>
          </a:p>
          <a:p>
            <a:pPr lvl="1"/>
            <a:r>
              <a:rPr lang="en-GB" dirty="0"/>
              <a:t>Use bits to mask pixels with clouds or cloud shadows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9FA3A-2EB5-EEAB-AB2A-5D8009C24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Landsat quality assessment (QA) band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BA8F0-C631-DD86-1664-6ECC80892C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627"/>
          <a:stretch>
            <a:fillRect/>
          </a:stretch>
        </p:blipFill>
        <p:spPr>
          <a:xfrm>
            <a:off x="7177416" y="1403575"/>
            <a:ext cx="4161809" cy="43513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6E5EED0-1BD9-8433-B7AC-CD5E4F45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3660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830E-012F-71F2-F41E-12055EED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EF6916-E48A-24E8-0EA7-A22E2A993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8" y="1253330"/>
            <a:ext cx="5907483" cy="4982877"/>
          </a:xfrm>
        </p:spPr>
        <p:txBody>
          <a:bodyPr>
            <a:normAutofit/>
          </a:bodyPr>
          <a:lstStyle/>
          <a:p>
            <a:r>
              <a:rPr lang="en-GB" dirty="0"/>
              <a:t>Bitmask: </a:t>
            </a:r>
          </a:p>
          <a:p>
            <a:pPr lvl="1"/>
            <a:r>
              <a:rPr lang="en-GB" dirty="0"/>
              <a:t>Every pixel encoded using 8 bits</a:t>
            </a:r>
          </a:p>
          <a:p>
            <a:pPr lvl="1"/>
            <a:r>
              <a:rPr lang="en-GB" dirty="0"/>
              <a:t>Use bits to mask pixels with clouds or cloud shadows</a:t>
            </a:r>
          </a:p>
          <a:p>
            <a:pPr lvl="1"/>
            <a:r>
              <a:rPr lang="en-GB" dirty="0"/>
              <a:t>Each space represents a number</a:t>
            </a:r>
          </a:p>
          <a:p>
            <a:pPr lvl="1"/>
            <a:r>
              <a:rPr lang="en-GB" dirty="0"/>
              <a:t>‘0’ and ‘1’ are switches:</a:t>
            </a:r>
          </a:p>
          <a:p>
            <a:pPr lvl="2"/>
            <a:r>
              <a:rPr lang="en-GB" dirty="0"/>
              <a:t> ‘0’: space is turned off</a:t>
            </a:r>
          </a:p>
          <a:p>
            <a:pPr lvl="2"/>
            <a:r>
              <a:rPr lang="en-GB" dirty="0"/>
              <a:t>‘1’: space is turned on</a:t>
            </a:r>
          </a:p>
          <a:p>
            <a:pPr lvl="2"/>
            <a:r>
              <a:rPr lang="en-GB" dirty="0"/>
              <a:t>Sum of ‘1’ numbers gives </a:t>
            </a:r>
            <a:r>
              <a:rPr lang="en-GB" dirty="0">
                <a:solidFill>
                  <a:srgbClr val="03CDAB"/>
                </a:solidFill>
              </a:rPr>
              <a:t>pixel value</a:t>
            </a:r>
            <a:endParaRPr lang="en-GB" dirty="0"/>
          </a:p>
          <a:p>
            <a:pPr lvl="1"/>
            <a:r>
              <a:rPr lang="en-GB" dirty="0"/>
              <a:t>Change pixel value from 1 to 2:</a:t>
            </a:r>
          </a:p>
          <a:p>
            <a:pPr lvl="2"/>
            <a:r>
              <a:rPr lang="en-GB" dirty="0"/>
              <a:t>1 &lt;&lt; 1 (move one space to left)</a:t>
            </a:r>
          </a:p>
          <a:p>
            <a:pPr lvl="1"/>
            <a:r>
              <a:rPr lang="en-GB" dirty="0"/>
              <a:t>Change pixel value from 1 to 32:</a:t>
            </a:r>
          </a:p>
          <a:p>
            <a:pPr lvl="2"/>
            <a:r>
              <a:rPr lang="en-GB" dirty="0"/>
              <a:t>1 &lt;&lt; 5 (move 5 spaces to left)</a:t>
            </a:r>
          </a:p>
          <a:p>
            <a:pPr lvl="1"/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C8513-3A91-F8AC-8FAB-17F0ECE3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Landsat quality assessment (QA) band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7E0D87-482E-089F-CA83-27D0C54F2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910" y="1417279"/>
            <a:ext cx="5079365" cy="11102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326CC2-D5B6-6AF9-1C14-E78C08532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910" y="2559692"/>
            <a:ext cx="5079365" cy="10666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139B31-802B-2710-0E0C-A9DAC6AC2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909" y="5226447"/>
            <a:ext cx="5071823" cy="15849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A16B07-7EF0-FD82-E338-8253E0D8A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909" y="3658568"/>
            <a:ext cx="5079365" cy="15619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F4DDF0-0F24-3668-5AC8-35C51CF6F0DC}"/>
              </a:ext>
            </a:extLst>
          </p:cNvPr>
          <p:cNvSpPr/>
          <p:nvPr/>
        </p:nvSpPr>
        <p:spPr>
          <a:xfrm>
            <a:off x="6031832" y="2693591"/>
            <a:ext cx="569495" cy="5168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rgbClr val="03CDAB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CAF81D-4C04-085A-8260-129B409CCAA9}"/>
              </a:ext>
            </a:extLst>
          </p:cNvPr>
          <p:cNvSpPr/>
          <p:nvPr/>
        </p:nvSpPr>
        <p:spPr>
          <a:xfrm>
            <a:off x="6031831" y="3693234"/>
            <a:ext cx="569495" cy="5168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rgbClr val="03CDA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D92F61-699F-9A1F-64B4-3C2588CF9417}"/>
              </a:ext>
            </a:extLst>
          </p:cNvPr>
          <p:cNvSpPr/>
          <p:nvPr/>
        </p:nvSpPr>
        <p:spPr>
          <a:xfrm>
            <a:off x="6031831" y="5346221"/>
            <a:ext cx="569495" cy="5168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rgbClr val="03CDAB"/>
                </a:solidFill>
              </a:rPr>
              <a:t>32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5ED0F1-91D5-6524-F1F0-6C756E458DC9}"/>
              </a:ext>
            </a:extLst>
          </p:cNvPr>
          <p:cNvSpPr/>
          <p:nvPr/>
        </p:nvSpPr>
        <p:spPr>
          <a:xfrm>
            <a:off x="6031830" y="1572941"/>
            <a:ext cx="569495" cy="395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rgbClr val="03CDAB"/>
                </a:solidFill>
              </a:rPr>
              <a:t>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532341-B5A2-79F9-0B42-CD5E157AFA22}"/>
              </a:ext>
            </a:extLst>
          </p:cNvPr>
          <p:cNvCxnSpPr>
            <a:cxnSpLocks/>
          </p:cNvCxnSpPr>
          <p:nvPr/>
        </p:nvCxnSpPr>
        <p:spPr>
          <a:xfrm flipV="1">
            <a:off x="5819823" y="2337811"/>
            <a:ext cx="980771" cy="6334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4C5BFF3-C231-64A4-B7FA-47144C2F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882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14FE03-8E3D-E7F9-C92F-8D34D1FB0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Completely clear pixel:</a:t>
            </a:r>
          </a:p>
          <a:p>
            <a:pPr lvl="1"/>
            <a:r>
              <a:rPr lang="en-GB" dirty="0"/>
              <a:t>Binary: 00000000</a:t>
            </a:r>
          </a:p>
          <a:p>
            <a:pPr lvl="1"/>
            <a:r>
              <a:rPr lang="en-GB" dirty="0"/>
              <a:t>Decimal: 0</a:t>
            </a:r>
          </a:p>
          <a:p>
            <a:r>
              <a:rPr lang="en-GB" dirty="0"/>
              <a:t>Cloudy pixel:</a:t>
            </a:r>
          </a:p>
          <a:p>
            <a:pPr lvl="1"/>
            <a:r>
              <a:rPr lang="en-GB" dirty="0"/>
              <a:t>Binary: 00001000</a:t>
            </a:r>
          </a:p>
          <a:p>
            <a:pPr lvl="1"/>
            <a:r>
              <a:rPr lang="en-GB" dirty="0"/>
              <a:t>Decimal: 8</a:t>
            </a:r>
          </a:p>
          <a:p>
            <a:r>
              <a:rPr lang="en-GB" dirty="0"/>
              <a:t>Pixel with cloud and cloud shadow</a:t>
            </a:r>
          </a:p>
          <a:p>
            <a:pPr lvl="1"/>
            <a:r>
              <a:rPr lang="en-GB" dirty="0"/>
              <a:t>Binary: 00011000</a:t>
            </a:r>
          </a:p>
          <a:p>
            <a:pPr lvl="1"/>
            <a:r>
              <a:rPr lang="en-GB" dirty="0"/>
              <a:t>Decimal: 8 + 16 = 24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D7B04A-0CF1-C236-6F83-09F27E58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Landsat quality assessment (QA) band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C52D1-A991-B1D0-E55A-488CCC3B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627"/>
          <a:stretch>
            <a:fillRect/>
          </a:stretch>
        </p:blipFill>
        <p:spPr>
          <a:xfrm>
            <a:off x="7374735" y="2244783"/>
            <a:ext cx="4161809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BB5DEC-142C-602E-1CF8-B7B5B610F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012" y="1043711"/>
            <a:ext cx="5079365" cy="111020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040929-0FB2-1500-97C9-CD439392B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70964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D21ED5-17A3-7725-68EC-35295E35E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qa</a:t>
            </a:r>
            <a:r>
              <a:rPr lang="en-GB" dirty="0" err="1">
                <a:solidFill>
                  <a:schemeClr val="accent1"/>
                </a:solidFill>
              </a:rPr>
              <a:t>.bitwiseAnd</a:t>
            </a:r>
            <a:r>
              <a:rPr lang="en-GB" dirty="0"/>
              <a:t>(1 &lt;&lt; 3)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eq</a:t>
            </a:r>
            <a:r>
              <a:rPr lang="en-GB" dirty="0"/>
              <a:t>(0)</a:t>
            </a:r>
          </a:p>
          <a:p>
            <a:r>
              <a:rPr lang="en-GB" dirty="0"/>
              <a:t>Pixel with cloud and snow:</a:t>
            </a:r>
          </a:p>
          <a:p>
            <a:pPr lvl="1"/>
            <a:r>
              <a:rPr lang="en-GB" dirty="0"/>
              <a:t>Binary: 00101000</a:t>
            </a:r>
          </a:p>
          <a:p>
            <a:pPr lvl="1"/>
            <a:r>
              <a:rPr lang="en-GB" dirty="0"/>
              <a:t>Decimal: 8 + 32 = 40</a:t>
            </a:r>
          </a:p>
          <a:p>
            <a:pPr lvl="1"/>
            <a:r>
              <a:rPr lang="en-GB" dirty="0"/>
              <a:t>1&lt;&lt;3 has decimal value 8</a:t>
            </a:r>
          </a:p>
          <a:p>
            <a:pPr lvl="1"/>
            <a:r>
              <a:rPr lang="en-GB" dirty="0"/>
              <a:t>40</a:t>
            </a:r>
            <a:r>
              <a:rPr lang="en-GB" dirty="0">
                <a:solidFill>
                  <a:schemeClr val="accent1"/>
                </a:solidFill>
              </a:rPr>
              <a:t>.bitwiseAnd</a:t>
            </a:r>
            <a:r>
              <a:rPr lang="en-GB" dirty="0"/>
              <a:t>(8)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eq</a:t>
            </a:r>
            <a:r>
              <a:rPr lang="en-GB" dirty="0"/>
              <a:t>(0)</a:t>
            </a:r>
          </a:p>
          <a:p>
            <a:pPr lvl="1"/>
            <a:r>
              <a:rPr lang="en-GB" dirty="0"/>
              <a:t>40</a:t>
            </a:r>
            <a:r>
              <a:rPr lang="en-GB" dirty="0">
                <a:solidFill>
                  <a:schemeClr val="accent1"/>
                </a:solidFill>
              </a:rPr>
              <a:t>.bitwiseAnd</a:t>
            </a:r>
            <a:r>
              <a:rPr lang="en-GB" dirty="0"/>
              <a:t>(8): 00</a:t>
            </a:r>
            <a:r>
              <a:rPr lang="en-GB" dirty="0">
                <a:solidFill>
                  <a:srgbClr val="FF0000"/>
                </a:solidFill>
              </a:rPr>
              <a:t>1</a:t>
            </a:r>
            <a:r>
              <a:rPr lang="en-GB" dirty="0"/>
              <a:t>0</a:t>
            </a:r>
            <a:r>
              <a:rPr lang="en-GB" dirty="0">
                <a:solidFill>
                  <a:srgbClr val="03CDAB"/>
                </a:solidFill>
              </a:rPr>
              <a:t>1</a:t>
            </a:r>
            <a:r>
              <a:rPr lang="en-GB" dirty="0"/>
              <a:t>000 AND 0000</a:t>
            </a:r>
            <a:r>
              <a:rPr lang="en-GB" dirty="0">
                <a:solidFill>
                  <a:srgbClr val="03CDAB"/>
                </a:solidFill>
              </a:rPr>
              <a:t>1</a:t>
            </a:r>
            <a:r>
              <a:rPr lang="en-GB" dirty="0"/>
              <a:t>000 </a:t>
            </a:r>
            <a:r>
              <a:rPr lang="en-GB" dirty="0">
                <a:sym typeface="Wingdings" panose="05000000000000000000" pitchFamily="2" charset="2"/>
              </a:rPr>
              <a:t> 00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0</a:t>
            </a:r>
            <a:r>
              <a:rPr lang="en-GB" dirty="0">
                <a:sym typeface="Wingdings" panose="05000000000000000000" pitchFamily="2" charset="2"/>
              </a:rPr>
              <a:t>0</a:t>
            </a:r>
            <a:r>
              <a:rPr lang="en-GB" dirty="0">
                <a:solidFill>
                  <a:srgbClr val="03CDAB"/>
                </a:solidFill>
                <a:sym typeface="Wingdings" panose="05000000000000000000" pitchFamily="2" charset="2"/>
              </a:rPr>
              <a:t>1</a:t>
            </a:r>
            <a:r>
              <a:rPr lang="en-GB" dirty="0">
                <a:sym typeface="Wingdings" panose="05000000000000000000" pitchFamily="2" charset="2"/>
              </a:rPr>
              <a:t>000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8.eq(0)  FALSE  pixel gets masked</a:t>
            </a:r>
          </a:p>
          <a:p>
            <a:pPr lvl="1"/>
            <a:endParaRPr lang="en-GB" dirty="0">
              <a:sym typeface="Wingdings" panose="05000000000000000000" pitchFamily="2" charset="2"/>
            </a:endParaRP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E61C40-09C1-A5A5-190B-648C2D45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Landsat QA masking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4572F-98A8-F15F-FE83-8D5DDB3740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8" t="19040" r="9100" b="42958"/>
          <a:stretch>
            <a:fillRect/>
          </a:stretch>
        </p:blipFill>
        <p:spPr>
          <a:xfrm>
            <a:off x="1102871" y="4971844"/>
            <a:ext cx="6710717" cy="10086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0136B-0B35-D2D6-29C2-89D9EAD79F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9627"/>
          <a:stretch>
            <a:fillRect/>
          </a:stretch>
        </p:blipFill>
        <p:spPr>
          <a:xfrm>
            <a:off x="9237771" y="3797566"/>
            <a:ext cx="2779336" cy="2905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211E10-0490-23B8-9760-E4EC7FDF0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063" y="368724"/>
            <a:ext cx="5079365" cy="1110204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0123F9-5B12-1C07-B399-D52F861D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2013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67C476-E95A-4F9D-6046-A702EB144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10515600" cy="2810645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Select QA band</a:t>
            </a:r>
          </a:p>
          <a:p>
            <a:r>
              <a:rPr lang="en-GB" dirty="0"/>
              <a:t>Create a mask for all pixels that have dilated clouds, clouds, cloud shadows or snow</a:t>
            </a:r>
          </a:p>
          <a:p>
            <a:r>
              <a:rPr lang="en-GB" dirty="0" err="1"/>
              <a:t>Image</a:t>
            </a:r>
            <a:r>
              <a:rPr lang="en-GB" dirty="0" err="1">
                <a:solidFill>
                  <a:schemeClr val="accent1"/>
                </a:solidFill>
              </a:rPr>
              <a:t>.updateMask</a:t>
            </a:r>
            <a:r>
              <a:rPr lang="en-GB" dirty="0"/>
              <a:t>(mask): pixels where mask is FALSE become missing values (NA)</a:t>
            </a:r>
          </a:p>
          <a:p>
            <a:r>
              <a:rPr lang="en-GB" dirty="0"/>
              <a:t>Only select RGB, NIR, and SWIR bands</a:t>
            </a:r>
          </a:p>
          <a:p>
            <a:r>
              <a:rPr lang="en-GB" dirty="0"/>
              <a:t>Copy system properties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290103-0DF2-64E1-FDE8-B0A29803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Landsat QA masking: Landsat 4-5-7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C28BA-6EF4-12C7-FBDC-8E67FCBFB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45"/>
          <a:stretch>
            <a:fillRect/>
          </a:stretch>
        </p:blipFill>
        <p:spPr>
          <a:xfrm>
            <a:off x="1925052" y="3927452"/>
            <a:ext cx="8341895" cy="279402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7BE0C-0928-01A0-2A70-7B20EF64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82622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F8722A-B189-0394-DEED-EE92177A2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Same script for Landsat 8, except that selected bands have other names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F574CE-673E-3187-AFB2-B190ABC4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7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D8C463-B316-9085-5D17-4B4D29CD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Landsat QA masking: Landsat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AE5C4-5D78-42DC-AF36-2C909E018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75" y="4573656"/>
            <a:ext cx="6605679" cy="2284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92D9D7-C9C7-B0E1-696B-5F129988C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208" y="2393355"/>
            <a:ext cx="4570832" cy="33615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4B4245-082E-B687-C7F1-473BA34A0830}"/>
              </a:ext>
            </a:extLst>
          </p:cNvPr>
          <p:cNvSpPr/>
          <p:nvPr/>
        </p:nvSpPr>
        <p:spPr>
          <a:xfrm>
            <a:off x="7179208" y="2946977"/>
            <a:ext cx="4643984" cy="10946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6DF9AF-1CC6-7376-2E11-EC5ED94BB037}"/>
              </a:ext>
            </a:extLst>
          </p:cNvPr>
          <p:cNvSpPr/>
          <p:nvPr/>
        </p:nvSpPr>
        <p:spPr>
          <a:xfrm>
            <a:off x="7179208" y="4413626"/>
            <a:ext cx="4643984" cy="2294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AFE7E2-6EDE-4838-141D-CD83846727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45"/>
          <a:stretch>
            <a:fillRect/>
          </a:stretch>
        </p:blipFill>
        <p:spPr>
          <a:xfrm>
            <a:off x="120475" y="2243112"/>
            <a:ext cx="6509550" cy="218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97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D5C567-4384-3EBE-DCD0-522DA980E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Sentinel-2: using Scene Classification Layer (SCL) band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D9A709-2678-C747-22F7-91B81782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8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39458A-EF8F-1434-CFF3-070C06C08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QA masking other satellites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42BF93-07E5-9171-8DEB-355510347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116" y="1894097"/>
            <a:ext cx="2743200" cy="43847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F092E8-158F-2EE6-992B-D4EB719F1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701" y="2388750"/>
            <a:ext cx="6264183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80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BBBE-3BAA-ECB8-CD21-C4ECE8CED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F9A359-1DFE-952F-52FC-33E507C9A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MODIS: using </a:t>
            </a:r>
            <a:r>
              <a:rPr lang="en-GB" dirty="0" err="1"/>
              <a:t>SummaryQA</a:t>
            </a:r>
            <a:r>
              <a:rPr lang="en-GB" dirty="0"/>
              <a:t> bitmask band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AA3CBB-117B-7EF1-CDC8-9D911952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9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072B80-CC9F-F2B8-B767-6135FFB66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QA masking other satellites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0CD33F-9D2C-1D42-4E41-CB1312274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9" y="2102178"/>
            <a:ext cx="5006774" cy="18670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648741-E5FB-4BEF-8365-58D9D2CBD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329" y="2346039"/>
            <a:ext cx="6142252" cy="137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56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A25479-C27C-8998-0BDE-54BDC50D5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5658640" cy="4351338"/>
          </a:xfrm>
        </p:spPr>
        <p:txBody>
          <a:bodyPr/>
          <a:lstStyle/>
          <a:p>
            <a:r>
              <a:rPr lang="en-GB" dirty="0"/>
              <a:t>Filter on date and study area</a:t>
            </a:r>
          </a:p>
          <a:p>
            <a:r>
              <a:rPr lang="en-GB" dirty="0"/>
              <a:t>Apply cloud mask</a:t>
            </a:r>
          </a:p>
          <a:p>
            <a:r>
              <a:rPr lang="en-GB" dirty="0"/>
              <a:t>Select relevant bands and rename to equal names between satellites</a:t>
            </a:r>
          </a:p>
          <a:p>
            <a:r>
              <a:rPr lang="en-GB" dirty="0"/>
              <a:t>Rescale values</a:t>
            </a:r>
          </a:p>
          <a:p>
            <a:r>
              <a:rPr lang="en-GB" dirty="0"/>
              <a:t>Combine collections into one image collection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A163F-BA1D-FE8E-C686-F268B05BB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10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3294B0-FB2A-ACE3-9ED5-DF498EF03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Landsat collections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5EAAEFC-F458-740F-73DF-1D2FBB033185}"/>
              </a:ext>
            </a:extLst>
          </p:cNvPr>
          <p:cNvGrpSpPr/>
          <p:nvPr/>
        </p:nvGrpSpPr>
        <p:grpSpPr>
          <a:xfrm>
            <a:off x="6533360" y="1681062"/>
            <a:ext cx="5658640" cy="3923607"/>
            <a:chOff x="6302488" y="1253331"/>
            <a:chExt cx="5658640" cy="392360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476BB48-11DD-AFB6-86C4-409FC8BB9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1510"/>
            <a:stretch>
              <a:fillRect/>
            </a:stretch>
          </p:blipFill>
          <p:spPr>
            <a:xfrm>
              <a:off x="6302488" y="1253331"/>
              <a:ext cx="5658640" cy="217566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55114E3-FB06-8AE0-BC7C-08E52532E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0785" b="3396"/>
            <a:stretch>
              <a:fillRect/>
            </a:stretch>
          </p:blipFill>
          <p:spPr>
            <a:xfrm>
              <a:off x="6302488" y="3569794"/>
              <a:ext cx="5658640" cy="1607144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4CE352D-4095-ED61-3595-3287361EB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676" y="564400"/>
            <a:ext cx="3543795" cy="9145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D3A930-E5C1-475A-D9EE-031423E38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746" y="4548830"/>
            <a:ext cx="4496427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79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98DEF0-6EDC-58CF-B874-F63FBBF5D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6494783" cy="4085585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Define expression:</a:t>
            </a:r>
          </a:p>
          <a:p>
            <a:pPr lvl="1"/>
            <a:r>
              <a:rPr lang="en-GB" dirty="0"/>
              <a:t>Normalized difference indices: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normalizedDifference</a:t>
            </a:r>
            <a:r>
              <a:rPr lang="en-GB" dirty="0">
                <a:solidFill>
                  <a:schemeClr val="accent1"/>
                </a:solidFill>
              </a:rPr>
              <a:t>([‘B1’, ‘B2’]) </a:t>
            </a:r>
            <a:r>
              <a:rPr lang="en-GB" dirty="0"/>
              <a:t>as shortcut for (B1 - B2) / (B1 + B2)</a:t>
            </a:r>
          </a:p>
          <a:p>
            <a:pPr lvl="1"/>
            <a:r>
              <a:rPr lang="en-GB" dirty="0"/>
              <a:t>Other expressions: </a:t>
            </a:r>
          </a:p>
          <a:p>
            <a:pPr marL="457200" lvl="1" indent="0">
              <a:buNone/>
            </a:pPr>
            <a:r>
              <a:rPr lang="en-GB" dirty="0">
                <a:solidFill>
                  <a:schemeClr val="accent1"/>
                </a:solidFill>
              </a:rPr>
              <a:t>    .expression(‘B1 + B2 + 1’, {</a:t>
            </a:r>
          </a:p>
          <a:p>
            <a:pPr marL="457200" lvl="1" indent="0">
              <a:buNone/>
            </a:pPr>
            <a:r>
              <a:rPr lang="en-GB" dirty="0">
                <a:solidFill>
                  <a:schemeClr val="accent1"/>
                </a:solidFill>
              </a:rPr>
              <a:t>     ‘B1’: </a:t>
            </a:r>
            <a:r>
              <a:rPr lang="en-GB" dirty="0" err="1">
                <a:solidFill>
                  <a:schemeClr val="accent1"/>
                </a:solidFill>
              </a:rPr>
              <a:t>image.select</a:t>
            </a:r>
            <a:r>
              <a:rPr lang="en-GB" dirty="0">
                <a:solidFill>
                  <a:schemeClr val="accent1"/>
                </a:solidFill>
              </a:rPr>
              <a:t>(‘B1’),</a:t>
            </a:r>
          </a:p>
          <a:p>
            <a:pPr marL="457200" lvl="1" indent="0">
              <a:buNone/>
            </a:pPr>
            <a:r>
              <a:rPr lang="en-GB" dirty="0">
                <a:solidFill>
                  <a:schemeClr val="accent1"/>
                </a:solidFill>
              </a:rPr>
              <a:t>     ‘B2’: </a:t>
            </a:r>
            <a:r>
              <a:rPr lang="en-GB" dirty="0" err="1">
                <a:solidFill>
                  <a:schemeClr val="accent1"/>
                </a:solidFill>
              </a:rPr>
              <a:t>image.select</a:t>
            </a:r>
            <a:r>
              <a:rPr lang="en-GB" dirty="0">
                <a:solidFill>
                  <a:schemeClr val="accent1"/>
                </a:solidFill>
              </a:rPr>
              <a:t>(‘B2’)})</a:t>
            </a:r>
          </a:p>
          <a:p>
            <a:r>
              <a:rPr lang="en-GB" dirty="0"/>
              <a:t>Give name to new band: </a:t>
            </a:r>
            <a:r>
              <a:rPr lang="en-GB" dirty="0">
                <a:solidFill>
                  <a:schemeClr val="accent1"/>
                </a:solidFill>
              </a:rPr>
              <a:t>.rename()</a:t>
            </a:r>
          </a:p>
          <a:p>
            <a:r>
              <a:rPr lang="en-GB" dirty="0"/>
              <a:t>Copy image properties to new band: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copyProperties</a:t>
            </a:r>
            <a:r>
              <a:rPr lang="en-GB" dirty="0">
                <a:solidFill>
                  <a:schemeClr val="accent1"/>
                </a:solidFill>
              </a:rPr>
              <a:t>(image, [‘</a:t>
            </a:r>
            <a:r>
              <a:rPr lang="en-GB" dirty="0" err="1">
                <a:solidFill>
                  <a:schemeClr val="accent1"/>
                </a:solidFill>
              </a:rPr>
              <a:t>system:time_start</a:t>
            </a:r>
            <a:r>
              <a:rPr lang="en-GB" dirty="0">
                <a:solidFill>
                  <a:schemeClr val="accent1"/>
                </a:solidFill>
              </a:rPr>
              <a:t>’])</a:t>
            </a:r>
          </a:p>
          <a:p>
            <a:r>
              <a:rPr lang="en-GB" dirty="0"/>
              <a:t>Add band to image: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addBands</a:t>
            </a:r>
            <a:r>
              <a:rPr lang="en-GB" dirty="0">
                <a:solidFill>
                  <a:schemeClr val="accent1"/>
                </a:solidFill>
              </a:rPr>
              <a:t>()</a:t>
            </a:r>
          </a:p>
          <a:p>
            <a:pPr lvl="1"/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2C7F39-DE0F-3F4B-7770-F8B07FA1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11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F2CD16-DF69-0F2C-FB6C-BF6F84B9B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Calculate vegetation indices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89DB8E-6FFB-C182-E75F-A21814853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890872"/>
            <a:ext cx="4629796" cy="2838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C44A97-5261-0D7E-A9C7-B950B7181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4298663"/>
            <a:ext cx="4172532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519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ABEA90-8F8E-22A3-9C7E-1089E849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12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0A7E84-110E-DB25-8E30-D3C966B3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Visualizing land cover products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333952-9E33-11A1-88E3-EEC66088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842" y="1440448"/>
            <a:ext cx="3379098" cy="3977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8FFF7B-CF31-10EE-A7D6-F6011EDB1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91" y="2506649"/>
            <a:ext cx="5579820" cy="3849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801F55-7879-0B0D-7AAF-E473DB117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91" y="1199946"/>
            <a:ext cx="4525006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86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903473-BE21-4108-592F-333B0CB8A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411" y="2418785"/>
            <a:ext cx="6725589" cy="418205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C9B906-2171-F534-3F30-6E61E1CA7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4638551" cy="4351338"/>
          </a:xfrm>
        </p:spPr>
        <p:txBody>
          <a:bodyPr/>
          <a:lstStyle/>
          <a:p>
            <a:r>
              <a:rPr lang="en-GB" dirty="0"/>
              <a:t>Visualize individual bands using </a:t>
            </a:r>
            <a:r>
              <a:rPr lang="en-GB" dirty="0">
                <a:solidFill>
                  <a:schemeClr val="accent1"/>
                </a:solidFill>
              </a:rPr>
              <a:t>plot()</a:t>
            </a:r>
          </a:p>
          <a:p>
            <a:r>
              <a:rPr lang="en-GB" dirty="0"/>
              <a:t>Visualize RGB image using </a:t>
            </a:r>
            <a:r>
              <a:rPr lang="en-GB" dirty="0" err="1">
                <a:solidFill>
                  <a:schemeClr val="accent1"/>
                </a:solidFill>
              </a:rPr>
              <a:t>plotRGB</a:t>
            </a:r>
            <a:r>
              <a:rPr lang="en-GB" dirty="0">
                <a:solidFill>
                  <a:schemeClr val="accent1"/>
                </a:solidFill>
              </a:rPr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7F7FD3-76FA-16A5-A25F-0554DFFB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13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39CF16-F9E0-729F-41FF-8FBCAEEB3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Visualizing Landsat bands in 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FB3D9A-73CE-3AD9-2C74-6FF445618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60830"/>
            <a:ext cx="4915586" cy="800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9BCA17-3B03-09B5-01E1-490525F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006" y="3124884"/>
            <a:ext cx="4074074" cy="341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88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321904-3BDA-B507-BE61-D74B6657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14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DF7AA3-5548-140C-C6FC-84B68FA8A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Striping in Landsat 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03AA82-249A-8460-8095-517B5698F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02" y="2711660"/>
            <a:ext cx="5234369" cy="4009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596C5D-D19D-3A48-DEE4-6D7772A4E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423" y="2715714"/>
            <a:ext cx="5234369" cy="4005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14B3C8-7EC9-7372-D15D-C9C26ED54E59}"/>
              </a:ext>
            </a:extLst>
          </p:cNvPr>
          <p:cNvSpPr txBox="1"/>
          <p:nvPr/>
        </p:nvSpPr>
        <p:spPr>
          <a:xfrm>
            <a:off x="27879" y="2385201"/>
            <a:ext cx="3370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Composite using both L7 and L8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D850C0-A4DB-AD5A-96E3-90C3CDB22EEA}"/>
              </a:ext>
            </a:extLst>
          </p:cNvPr>
          <p:cNvSpPr txBox="1"/>
          <p:nvPr/>
        </p:nvSpPr>
        <p:spPr>
          <a:xfrm>
            <a:off x="5514496" y="2385201"/>
            <a:ext cx="261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Composite using only L8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AF37D6-AEEB-1769-117B-2015C2C5C7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0697" y="97706"/>
            <a:ext cx="3902714" cy="2286747"/>
          </a:xfrm>
          <a:prstGeom prst="rect">
            <a:avLst/>
          </a:prstGeom>
        </p:spPr>
      </p:pic>
      <p:pic>
        <p:nvPicPr>
          <p:cNvPr id="13" name="Picture 12" descr="Illustration of the Landsat 7 Scan Line Corrector (SLC) Failure ">
            <a:extLst>
              <a:ext uri="{FF2B5EF4-FFF2-40B4-BE49-F238E27FC236}">
                <a16:creationId xmlns:a16="http://schemas.microsoft.com/office/drawing/2014/main" id="{41B6B061-4340-F96D-30D0-CFA6402467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3323" y="550952"/>
            <a:ext cx="2897374" cy="1299679"/>
          </a:xfrm>
          <a:prstGeom prst="rect">
            <a:avLst/>
          </a:prstGeom>
        </p:spPr>
      </p:pic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F88BF3AE-3D41-55FE-7220-8CAF5C45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4638551" cy="1131122"/>
          </a:xfrm>
        </p:spPr>
        <p:txBody>
          <a:bodyPr/>
          <a:lstStyle/>
          <a:p>
            <a:r>
              <a:rPr lang="en-GB" dirty="0"/>
              <a:t>Scan line corrector on Landsat 7 failed in 2003</a:t>
            </a:r>
          </a:p>
        </p:txBody>
      </p:sp>
    </p:spTree>
    <p:extLst>
      <p:ext uri="{BB962C8B-B14F-4D97-AF65-F5344CB8AC3E}">
        <p14:creationId xmlns:p14="http://schemas.microsoft.com/office/powerpoint/2010/main" val="143540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08EE67-298B-9CCB-AF9B-05DED0CB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15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2B7305-CFC3-3217-4BFD-9499AD87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Calculating vegetation indices in 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01FB51-8C4D-AE89-EB54-F6751DA30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61" y="1253331"/>
            <a:ext cx="8516539" cy="2095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A647FB-B3EA-8848-7D4F-82AF242C9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1" y="3508878"/>
            <a:ext cx="3992880" cy="32777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A23564-3D6C-D3A5-AAF9-1EBA567B7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107" y="3637823"/>
            <a:ext cx="7354326" cy="30198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074233-ABC2-F568-3FFB-3283C3A0F6BC}"/>
              </a:ext>
            </a:extLst>
          </p:cNvPr>
          <p:cNvSpPr txBox="1"/>
          <p:nvPr/>
        </p:nvSpPr>
        <p:spPr>
          <a:xfrm>
            <a:off x="9214769" y="2518126"/>
            <a:ext cx="2883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Using second SWIR band increases difference between vegetation and urban areas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1EAE37-FEB1-24C3-DCC7-0EAFC29C2A5B}"/>
              </a:ext>
            </a:extLst>
          </p:cNvPr>
          <p:cNvSpPr/>
          <p:nvPr/>
        </p:nvSpPr>
        <p:spPr>
          <a:xfrm>
            <a:off x="94061" y="3637823"/>
            <a:ext cx="617220" cy="499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90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19E5D9-8E19-5E70-CB86-9A6205F8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16</a:t>
            </a:fld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DDACAF-3B1F-0CCA-D920-E7192116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22" y="1"/>
            <a:ext cx="10882347" cy="1103086"/>
          </a:xfrm>
        </p:spPr>
        <p:txBody>
          <a:bodyPr>
            <a:normAutofit/>
          </a:bodyPr>
          <a:lstStyle/>
          <a:p>
            <a:r>
              <a:rPr lang="en-GB" dirty="0"/>
              <a:t>Check results in QGIS: NDWI – water bodies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4ADD52-B3BD-AF75-BAB1-E746C4560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73" y="2720212"/>
            <a:ext cx="2392705" cy="13031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4B6661-36D8-6449-E6BE-53A1F3C95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8" y="1294043"/>
            <a:ext cx="4957321" cy="13555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F7DAB2-56E8-60CE-E385-93FE107EC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475" y="3682682"/>
            <a:ext cx="3645057" cy="20586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66229B-483D-4A10-0985-665AD3BDA2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46" r="6408"/>
          <a:stretch>
            <a:fillRect/>
          </a:stretch>
        </p:blipFill>
        <p:spPr>
          <a:xfrm>
            <a:off x="4575493" y="3682682"/>
            <a:ext cx="3776741" cy="20586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35E849-4814-75F5-9E6F-BF946F99D2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6723" y="1294043"/>
            <a:ext cx="3232809" cy="22062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511CDAD-EBAB-C9AA-2058-2B48E78323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6732" y="1285449"/>
            <a:ext cx="3567610" cy="22148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9663F8-3380-8825-4AED-90A28A9130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96" y="4023359"/>
            <a:ext cx="3683679" cy="283464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70BE332-88DA-1DD6-0BC8-EA631CAB75B8}"/>
              </a:ext>
            </a:extLst>
          </p:cNvPr>
          <p:cNvSpPr/>
          <p:nvPr/>
        </p:nvSpPr>
        <p:spPr>
          <a:xfrm>
            <a:off x="85318" y="4023316"/>
            <a:ext cx="303302" cy="185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E4D389-5D56-74E6-FD1B-EEC5304DCA94}"/>
              </a:ext>
            </a:extLst>
          </p:cNvPr>
          <p:cNvSpPr/>
          <p:nvPr/>
        </p:nvSpPr>
        <p:spPr>
          <a:xfrm>
            <a:off x="1329360" y="4619454"/>
            <a:ext cx="303302" cy="185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325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5825DE-C25C-DB59-8AD8-04D88B9B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17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E13DB7-DB26-6B23-AC40-1D61AEC03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Plot NDVI time series in 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3B9133-D6B6-B397-5C27-25081C10E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459" y="2910258"/>
            <a:ext cx="4453198" cy="11030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D3E878-F2B0-6F13-B65D-C71099957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235" y="4302262"/>
            <a:ext cx="3335380" cy="169276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18D89C9-6577-29A7-F51F-63880ED0C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454" y="2895783"/>
            <a:ext cx="6694960" cy="38256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8189F77-7392-B9AF-33E2-7FFC8A300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83" y="1626785"/>
            <a:ext cx="7087853" cy="95583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5601C32-9F77-A4D7-A95D-A2A2BB5C9432}"/>
              </a:ext>
            </a:extLst>
          </p:cNvPr>
          <p:cNvGrpSpPr/>
          <p:nvPr/>
        </p:nvGrpSpPr>
        <p:grpSpPr>
          <a:xfrm>
            <a:off x="9354250" y="138713"/>
            <a:ext cx="2530127" cy="1753159"/>
            <a:chOff x="8823673" y="54094"/>
            <a:chExt cx="2530127" cy="1753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D55A71E-5A5D-19EB-0219-771867DEB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23673" y="54094"/>
              <a:ext cx="2530127" cy="175315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EA62994-5B83-57FF-7671-A9F890CD3825}"/>
                </a:ext>
              </a:extLst>
            </p:cNvPr>
            <p:cNvSpPr txBox="1"/>
            <p:nvPr/>
          </p:nvSpPr>
          <p:spPr>
            <a:xfrm>
              <a:off x="9231340" y="264125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62085D-C503-1836-2868-12300A84A991}"/>
                </a:ext>
              </a:extLst>
            </p:cNvPr>
            <p:cNvSpPr txBox="1"/>
            <p:nvPr/>
          </p:nvSpPr>
          <p:spPr>
            <a:xfrm>
              <a:off x="9982200" y="962189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5EDBBD-585E-FB8B-424E-D5AB6628AB82}"/>
                </a:ext>
              </a:extLst>
            </p:cNvPr>
            <p:cNvSpPr txBox="1"/>
            <p:nvPr/>
          </p:nvSpPr>
          <p:spPr>
            <a:xfrm>
              <a:off x="10478257" y="962189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4CDB1E4-DFDD-D0BC-D94D-F0F03F9D62D3}"/>
                </a:ext>
              </a:extLst>
            </p:cNvPr>
            <p:cNvSpPr txBox="1"/>
            <p:nvPr/>
          </p:nvSpPr>
          <p:spPr>
            <a:xfrm>
              <a:off x="10050787" y="1437921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0637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209ACE-90A4-5BE1-4CD7-4EDD7321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18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142F45-A6DA-1931-D7A5-DCB70237E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Relate NDVI and precipitation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291E79-EC3F-9E87-250C-A3865620E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93" y="1622587"/>
            <a:ext cx="8080380" cy="4605289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917CE3C-8E88-529A-C387-C7624F3A7876}"/>
              </a:ext>
            </a:extLst>
          </p:cNvPr>
          <p:cNvGrpSpPr/>
          <p:nvPr/>
        </p:nvGrpSpPr>
        <p:grpSpPr>
          <a:xfrm>
            <a:off x="9354250" y="138713"/>
            <a:ext cx="2530127" cy="1753159"/>
            <a:chOff x="8823673" y="54094"/>
            <a:chExt cx="2530127" cy="175315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58CEA4D-0CA4-0367-84D9-C95EF0494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3673" y="54094"/>
              <a:ext cx="2530127" cy="1753159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B966C6E-0DB6-A572-18FC-238E74F959CF}"/>
                </a:ext>
              </a:extLst>
            </p:cNvPr>
            <p:cNvSpPr txBox="1"/>
            <p:nvPr/>
          </p:nvSpPr>
          <p:spPr>
            <a:xfrm>
              <a:off x="9231340" y="264125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93D2C2-FEF6-11E0-F242-201153439653}"/>
                </a:ext>
              </a:extLst>
            </p:cNvPr>
            <p:cNvSpPr txBox="1"/>
            <p:nvPr/>
          </p:nvSpPr>
          <p:spPr>
            <a:xfrm>
              <a:off x="9982200" y="962189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6875249-9600-4D78-56C7-20D1F86701EA}"/>
                </a:ext>
              </a:extLst>
            </p:cNvPr>
            <p:cNvSpPr txBox="1"/>
            <p:nvPr/>
          </p:nvSpPr>
          <p:spPr>
            <a:xfrm>
              <a:off x="10478257" y="962189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77ACE01-40DC-3635-1C22-B07E9D81D437}"/>
                </a:ext>
              </a:extLst>
            </p:cNvPr>
            <p:cNvSpPr txBox="1"/>
            <p:nvPr/>
          </p:nvSpPr>
          <p:spPr>
            <a:xfrm>
              <a:off x="10050787" y="1437921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4055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5E07F6-9874-32C5-0E4B-3E97546D1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5919" y="2180620"/>
            <a:ext cx="3027783" cy="1004554"/>
          </a:xfrm>
        </p:spPr>
        <p:txBody>
          <a:bodyPr/>
          <a:lstStyle/>
          <a:p>
            <a:r>
              <a:rPr lang="en-GB" dirty="0"/>
              <a:t>Pearson correlation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9E1D4-2258-9EA1-AC81-362D5146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19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9E7A8B-FBA7-DE28-67E4-D86642161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Relate NDVI and precipitation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4D83C4-2CF2-703E-D7E6-D0A470234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479" y="3387063"/>
            <a:ext cx="5073430" cy="2896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FE027E-E809-8CBE-FDB5-B6AAB7A70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340" y="1989892"/>
            <a:ext cx="2457793" cy="13241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C1153EC-CC12-A3BF-C09C-99D9DB40B027}"/>
              </a:ext>
            </a:extLst>
          </p:cNvPr>
          <p:cNvSpPr/>
          <p:nvPr/>
        </p:nvSpPr>
        <p:spPr>
          <a:xfrm>
            <a:off x="9487403" y="2502549"/>
            <a:ext cx="2201730" cy="271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BE01B1-31EF-DF7E-58C4-56D726FA6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3387063"/>
            <a:ext cx="5245711" cy="30102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393A8A-28A1-4855-0979-A7AAAD32A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434" y="1402921"/>
            <a:ext cx="4782217" cy="167663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36AD08A-E21A-B71A-86F9-A5C5AB8D2502}"/>
              </a:ext>
            </a:extLst>
          </p:cNvPr>
          <p:cNvGrpSpPr/>
          <p:nvPr/>
        </p:nvGrpSpPr>
        <p:grpSpPr>
          <a:xfrm>
            <a:off x="9354250" y="138713"/>
            <a:ext cx="2530127" cy="1753159"/>
            <a:chOff x="8823673" y="54094"/>
            <a:chExt cx="2530127" cy="175315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9824203-264E-04F7-D8B7-58027975E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23673" y="54094"/>
              <a:ext cx="2530127" cy="1753159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39E6439-484B-713C-F781-E8CB131E5372}"/>
                </a:ext>
              </a:extLst>
            </p:cNvPr>
            <p:cNvSpPr txBox="1"/>
            <p:nvPr/>
          </p:nvSpPr>
          <p:spPr>
            <a:xfrm>
              <a:off x="9231340" y="264125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8C41562-CF78-82DA-C19A-E71B5F2734E0}"/>
                </a:ext>
              </a:extLst>
            </p:cNvPr>
            <p:cNvSpPr txBox="1"/>
            <p:nvPr/>
          </p:nvSpPr>
          <p:spPr>
            <a:xfrm>
              <a:off x="9982200" y="962189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080042-0053-2E5F-C66F-BBF0AF366167}"/>
                </a:ext>
              </a:extLst>
            </p:cNvPr>
            <p:cNvSpPr txBox="1"/>
            <p:nvPr/>
          </p:nvSpPr>
          <p:spPr>
            <a:xfrm>
              <a:off x="10478257" y="962189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D88E78-B294-E08E-0DF1-788EFB4872D1}"/>
                </a:ext>
              </a:extLst>
            </p:cNvPr>
            <p:cNvSpPr txBox="1"/>
            <p:nvPr/>
          </p:nvSpPr>
          <p:spPr>
            <a:xfrm>
              <a:off x="10050787" y="1437921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1332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5C0AE0-891C-B758-4437-EF6AB0572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7948679" cy="1343565"/>
          </a:xfrm>
        </p:spPr>
        <p:txBody>
          <a:bodyPr/>
          <a:lstStyle/>
          <a:p>
            <a:r>
              <a:rPr lang="en-GB" dirty="0"/>
              <a:t>When considering lagged effect of precipitation: NDVI at time t is being related to precipitation at time t − 1/2/3 months</a:t>
            </a:r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5C92FE-CFEE-D824-972F-D12A6BD0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20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AC9549-F059-2793-2C6B-0747CFB9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Relate NDVI and lagged precipitation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14D2FC-A9A9-BF69-D62C-EF9F6667B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329" y="2530414"/>
            <a:ext cx="6137497" cy="3543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D6EDF1-B44E-BC49-235C-1082FF382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74" y="2747140"/>
            <a:ext cx="5515745" cy="20576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8582F7-4D7B-9E65-E72B-0E1DA4500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74" y="4905025"/>
            <a:ext cx="5515745" cy="103133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5CA66D6-F162-FC84-A1EB-A6AC978BD718}"/>
              </a:ext>
            </a:extLst>
          </p:cNvPr>
          <p:cNvSpPr/>
          <p:nvPr/>
        </p:nvSpPr>
        <p:spPr>
          <a:xfrm>
            <a:off x="871727" y="5285081"/>
            <a:ext cx="4867191" cy="219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7A34A4-0734-99B5-370C-43EDED8C3776}"/>
              </a:ext>
            </a:extLst>
          </p:cNvPr>
          <p:cNvSpPr/>
          <p:nvPr/>
        </p:nvSpPr>
        <p:spPr>
          <a:xfrm>
            <a:off x="2084831" y="5504200"/>
            <a:ext cx="1243585" cy="219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F075C1-13EC-72B7-421F-A2546ECF4758}"/>
              </a:ext>
            </a:extLst>
          </p:cNvPr>
          <p:cNvSpPr/>
          <p:nvPr/>
        </p:nvSpPr>
        <p:spPr>
          <a:xfrm>
            <a:off x="4541521" y="5504200"/>
            <a:ext cx="1197398" cy="219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395038-A567-1DD6-CD3A-F03C6C2A8108}"/>
              </a:ext>
            </a:extLst>
          </p:cNvPr>
          <p:cNvSpPr/>
          <p:nvPr/>
        </p:nvSpPr>
        <p:spPr>
          <a:xfrm>
            <a:off x="4540230" y="5720281"/>
            <a:ext cx="1197398" cy="219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139814-28AB-AEB6-31FF-9D043EE8E96D}"/>
              </a:ext>
            </a:extLst>
          </p:cNvPr>
          <p:cNvGrpSpPr/>
          <p:nvPr/>
        </p:nvGrpSpPr>
        <p:grpSpPr>
          <a:xfrm>
            <a:off x="9354250" y="138713"/>
            <a:ext cx="2530127" cy="1753159"/>
            <a:chOff x="8823673" y="54094"/>
            <a:chExt cx="2530127" cy="175315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8947056-787D-AA1D-4C68-B05378BD2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23673" y="54094"/>
              <a:ext cx="2530127" cy="175315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FB9476-C528-E4E2-4FCC-0613D468DF56}"/>
                </a:ext>
              </a:extLst>
            </p:cNvPr>
            <p:cNvSpPr txBox="1"/>
            <p:nvPr/>
          </p:nvSpPr>
          <p:spPr>
            <a:xfrm>
              <a:off x="9231340" y="264125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8844242-11CA-4B13-71B1-FA1D1EA21C29}"/>
                </a:ext>
              </a:extLst>
            </p:cNvPr>
            <p:cNvSpPr txBox="1"/>
            <p:nvPr/>
          </p:nvSpPr>
          <p:spPr>
            <a:xfrm>
              <a:off x="9982200" y="962189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7364D6-1812-E6FA-2909-98F50DA406E1}"/>
                </a:ext>
              </a:extLst>
            </p:cNvPr>
            <p:cNvSpPr txBox="1"/>
            <p:nvPr/>
          </p:nvSpPr>
          <p:spPr>
            <a:xfrm>
              <a:off x="10478257" y="962189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A1A4EE9-C411-663B-A484-C94D3F8C4EB1}"/>
                </a:ext>
              </a:extLst>
            </p:cNvPr>
            <p:cNvSpPr txBox="1"/>
            <p:nvPr/>
          </p:nvSpPr>
          <p:spPr>
            <a:xfrm>
              <a:off x="10050787" y="1437921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446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F9DF-879D-C500-AF52-EE91500E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6B6809-E396-81A7-BF7C-A7884829E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8688458" cy="4351338"/>
          </a:xfrm>
        </p:spPr>
        <p:txBody>
          <a:bodyPr/>
          <a:lstStyle/>
          <a:p>
            <a:r>
              <a:rPr lang="en-GB" dirty="0"/>
              <a:t>Linear mixed effects model</a:t>
            </a:r>
          </a:p>
          <a:p>
            <a:pPr lvl="1"/>
            <a:r>
              <a:rPr lang="en-GB" dirty="0"/>
              <a:t>Deal with hierarchical data: data points are grouped within sites </a:t>
            </a:r>
          </a:p>
          <a:p>
            <a:pPr lvl="1"/>
            <a:r>
              <a:rPr lang="en-GB" dirty="0"/>
              <a:t>Include </a:t>
            </a:r>
            <a:r>
              <a:rPr lang="en-GB" dirty="0" err="1"/>
              <a:t>SiteID</a:t>
            </a:r>
            <a:r>
              <a:rPr lang="en-GB" dirty="0"/>
              <a:t> as random effect</a:t>
            </a:r>
          </a:p>
          <a:p>
            <a:pPr lvl="1"/>
            <a:r>
              <a:rPr lang="en-GB" dirty="0"/>
              <a:t>R²m: marginal R² </a:t>
            </a:r>
            <a:r>
              <a:rPr lang="en-GB" dirty="0">
                <a:sym typeface="Wingdings" panose="05000000000000000000" pitchFamily="2" charset="2"/>
              </a:rPr>
              <a:t> variability explained by fixed effects (precipitation)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R²c: conditional R²  variability explained by fixed and random effects (precipitation and </a:t>
            </a:r>
            <a:r>
              <a:rPr lang="en-GB" dirty="0" err="1">
                <a:sym typeface="Wingdings" panose="05000000000000000000" pitchFamily="2" charset="2"/>
              </a:rPr>
              <a:t>SiteID</a:t>
            </a:r>
            <a:r>
              <a:rPr lang="en-GB" dirty="0">
                <a:sym typeface="Wingdings" panose="05000000000000000000" pitchFamily="2" charset="2"/>
              </a:rPr>
              <a:t>)</a:t>
            </a:r>
          </a:p>
          <a:p>
            <a:pPr lvl="1"/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D5E9D1-8324-8D35-8F84-3896860C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21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B47987-78DD-6C84-C73D-0E0581B4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Relate NDVI and lagged precipitation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ECEB0D-8980-AE97-ADCE-CED6B7C143C6}"/>
              </a:ext>
            </a:extLst>
          </p:cNvPr>
          <p:cNvGrpSpPr/>
          <p:nvPr/>
        </p:nvGrpSpPr>
        <p:grpSpPr>
          <a:xfrm>
            <a:off x="9354250" y="138713"/>
            <a:ext cx="2530127" cy="1753159"/>
            <a:chOff x="8823673" y="54094"/>
            <a:chExt cx="2530127" cy="175315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B34D032-BC56-C1F2-9E98-60B8D31CB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23673" y="54094"/>
              <a:ext cx="2530127" cy="175315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892323-FA46-561F-716A-596CCC0C139C}"/>
                </a:ext>
              </a:extLst>
            </p:cNvPr>
            <p:cNvSpPr txBox="1"/>
            <p:nvPr/>
          </p:nvSpPr>
          <p:spPr>
            <a:xfrm>
              <a:off x="9231340" y="264125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ACCBA5-A563-2B2C-713A-1474062A6BDA}"/>
                </a:ext>
              </a:extLst>
            </p:cNvPr>
            <p:cNvSpPr txBox="1"/>
            <p:nvPr/>
          </p:nvSpPr>
          <p:spPr>
            <a:xfrm>
              <a:off x="9982200" y="962189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5E297C-B3A0-F5AC-0CB0-497D47B1B42D}"/>
                </a:ext>
              </a:extLst>
            </p:cNvPr>
            <p:cNvSpPr txBox="1"/>
            <p:nvPr/>
          </p:nvSpPr>
          <p:spPr>
            <a:xfrm>
              <a:off x="10478257" y="962189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57A3BB-2E46-0C51-1094-EB76C5EBEFBC}"/>
                </a:ext>
              </a:extLst>
            </p:cNvPr>
            <p:cNvSpPr txBox="1"/>
            <p:nvPr/>
          </p:nvSpPr>
          <p:spPr>
            <a:xfrm>
              <a:off x="10050787" y="1437921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D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5E7B806-6DE3-8ABB-9233-C81C45D2A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10" y="4321634"/>
            <a:ext cx="8436071" cy="20347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5F7974-B599-D691-FCD9-3DDF37ED0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987" y="4565773"/>
            <a:ext cx="2606266" cy="15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47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D8F263-4485-1632-72B0-771A9F417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11409924" cy="5468144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Create </a:t>
            </a:r>
            <a:r>
              <a:rPr lang="en-GB" dirty="0" err="1"/>
              <a:t>rasterstack</a:t>
            </a:r>
            <a:r>
              <a:rPr lang="en-GB" dirty="0"/>
              <a:t> of masked monthly Landsat bands + NDVI over 1995-2024 for the country/region</a:t>
            </a:r>
          </a:p>
          <a:p>
            <a:r>
              <a:rPr lang="en-GB" dirty="0"/>
              <a:t>Extract monthly NDVI time series for the 5 locations and export as CSV file</a:t>
            </a:r>
          </a:p>
          <a:p>
            <a:r>
              <a:rPr lang="en-GB" dirty="0"/>
              <a:t>Calculate the mean masked Landsat signal over 1995-2024 over the country and extract as TIF file (with a coarse spatial resolution)</a:t>
            </a:r>
          </a:p>
          <a:p>
            <a:r>
              <a:rPr lang="en-GB" dirty="0"/>
              <a:t>In R: Calculate and plot a relevant vegetation index for the mean Landsat image</a:t>
            </a:r>
          </a:p>
          <a:p>
            <a:r>
              <a:rPr lang="en-GB" dirty="0"/>
              <a:t>In R: Create nice graph of the NDVI time series for the 5 locations</a:t>
            </a:r>
          </a:p>
          <a:p>
            <a:r>
              <a:rPr lang="en-GB" dirty="0"/>
              <a:t>In R: Calculate and visualize correlations between (lagged) temperature and NDVI time series for the 5 locations</a:t>
            </a:r>
          </a:p>
          <a:p>
            <a:r>
              <a:rPr lang="en-GB" dirty="0"/>
              <a:t>GEE example scripts:</a:t>
            </a:r>
          </a:p>
          <a:p>
            <a:pPr lvl="1"/>
            <a:r>
              <a:rPr lang="en-GB" dirty="0"/>
              <a:t>Intro 1: </a:t>
            </a:r>
            <a:r>
              <a:rPr lang="en-GB" dirty="0">
                <a:hlinkClick r:id="rId2"/>
              </a:rPr>
              <a:t>https://code.earthengine.google.com/de7582b6f846bd2dc9c17f45b448e4e4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Intro 2: </a:t>
            </a:r>
            <a:r>
              <a:rPr lang="en-GB" dirty="0">
                <a:hlinkClick r:id="rId3"/>
              </a:rPr>
              <a:t>https://code.earthengine.google.com/6f5026efd5f3a37d976a019d028a24a0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Full example France: </a:t>
            </a:r>
            <a:r>
              <a:rPr lang="en-GB" dirty="0">
                <a:hlinkClick r:id="rId4"/>
              </a:rPr>
              <a:t>https://code.earthengine.google.com/ac0e4f4c83f614c7dadbe573a142e45a</a:t>
            </a:r>
            <a:r>
              <a:rPr lang="en-GB" dirty="0"/>
              <a:t>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D9D9B-A03E-AD12-F2F9-67CF4333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22</a:t>
            </a:fld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E67B04-27ED-01C5-C4D4-C5C45CCD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556432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923</Words>
  <Application>Microsoft Office PowerPoint</Application>
  <PresentationFormat>Widescreen</PresentationFormat>
  <Paragraphs>163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Gill Sans MT</vt:lpstr>
      <vt:lpstr>Wingdings</vt:lpstr>
      <vt:lpstr>Office Theme</vt:lpstr>
      <vt:lpstr>PowerPoint Presentation</vt:lpstr>
      <vt:lpstr>Landsat quality assessment (QA) band</vt:lpstr>
      <vt:lpstr>Landsat quality assessment (QA) band</vt:lpstr>
      <vt:lpstr>Landsat quality assessment (QA) band</vt:lpstr>
      <vt:lpstr>Landsat QA masking</vt:lpstr>
      <vt:lpstr>Landsat QA masking: Landsat 4-5-7</vt:lpstr>
      <vt:lpstr>Landsat QA masking: Landsat 8</vt:lpstr>
      <vt:lpstr>QA masking other satellites</vt:lpstr>
      <vt:lpstr>QA masking other satellites</vt:lpstr>
      <vt:lpstr>Combining Landsat collections</vt:lpstr>
      <vt:lpstr>Calculate vegetation indices</vt:lpstr>
      <vt:lpstr>Visualizing land cover products</vt:lpstr>
      <vt:lpstr>Visualizing Landsat bands in R</vt:lpstr>
      <vt:lpstr>Striping in Landsat 7</vt:lpstr>
      <vt:lpstr>Calculating vegetation indices in R</vt:lpstr>
      <vt:lpstr>Check results in QGIS: NDWI – water bodies</vt:lpstr>
      <vt:lpstr>Plot NDVI time series in R</vt:lpstr>
      <vt:lpstr>Relate NDVI and precipitation </vt:lpstr>
      <vt:lpstr>Relate NDVI and precipitation </vt:lpstr>
      <vt:lpstr>Relate NDVI and lagged precipitation</vt:lpstr>
      <vt:lpstr>Relate NDVI and lagged precipitation</vt:lpstr>
      <vt:lpstr>Your turn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Johanna Van Passel</dc:creator>
  <cp:lastModifiedBy>Johanna Van Passel</cp:lastModifiedBy>
  <cp:revision>1</cp:revision>
  <dcterms:created xsi:type="dcterms:W3CDTF">2026-08-05T12:50:32Z</dcterms:created>
  <dcterms:modified xsi:type="dcterms:W3CDTF">2026-08-27T00:32:49Z</dcterms:modified>
</cp:coreProperties>
</file>